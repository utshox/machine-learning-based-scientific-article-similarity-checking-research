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 id="2147483690" r:id="rId2"/>
  </p:sldMasterIdLst>
  <p:notesMasterIdLst>
    <p:notesMasterId r:id="rId17"/>
  </p:notesMasterIdLst>
  <p:sldIdLst>
    <p:sldId id="463" r:id="rId3"/>
    <p:sldId id="493" r:id="rId4"/>
    <p:sldId id="510" r:id="rId5"/>
    <p:sldId id="499" r:id="rId6"/>
    <p:sldId id="500" r:id="rId7"/>
    <p:sldId id="511" r:id="rId8"/>
    <p:sldId id="502" r:id="rId9"/>
    <p:sldId id="508" r:id="rId10"/>
    <p:sldId id="515" r:id="rId11"/>
    <p:sldId id="516" r:id="rId12"/>
    <p:sldId id="517" r:id="rId13"/>
    <p:sldId id="507" r:id="rId14"/>
    <p:sldId id="514" r:id="rId15"/>
    <p:sldId id="513" r:id="rId16"/>
  </p:sldIdLst>
  <p:sldSz cx="12192000" cy="6858000"/>
  <p:notesSz cx="7315200" cy="9601200"/>
  <p:defaultText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a Kalibatienė" initials="DK" lastIdx="1" clrIdx="0">
    <p:extLst>
      <p:ext uri="{19B8F6BF-5375-455C-9EA6-DF929625EA0E}">
        <p15:presenceInfo xmlns:p15="http://schemas.microsoft.com/office/powerpoint/2012/main" userId="Diana Kalibatienė"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DDA5"/>
    <a:srgbClr val="FFCCC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1" autoAdjust="0"/>
    <p:restoredTop sz="84925" autoAdjust="0"/>
  </p:normalViewPr>
  <p:slideViewPr>
    <p:cSldViewPr snapToGrid="0">
      <p:cViewPr varScale="1">
        <p:scale>
          <a:sx n="94" d="100"/>
          <a:sy n="94" d="100"/>
        </p:scale>
        <p:origin x="942" y="78"/>
      </p:cViewPr>
      <p:guideLst/>
    </p:cSldViewPr>
  </p:slid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lt-L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22557B8-D70F-41C6-A5CA-70DFED46C228}" type="datetimeFigureOut">
              <a:rPr lang="lt-LT" smtClean="0"/>
              <a:t>2026-01-20</a:t>
            </a:fld>
            <a:endParaRPr lang="lt-L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lt-L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lt-L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335D41E8-5542-41EF-9911-AC7BB062FBFA}" type="slidenum">
              <a:rPr lang="lt-LT" smtClean="0"/>
              <a:t>‹#›</a:t>
            </a:fld>
            <a:endParaRPr lang="lt-LT"/>
          </a:p>
        </p:txBody>
      </p:sp>
    </p:spTree>
    <p:extLst>
      <p:ext uri="{BB962C8B-B14F-4D97-AF65-F5344CB8AC3E}">
        <p14:creationId xmlns:p14="http://schemas.microsoft.com/office/powerpoint/2010/main" val="1514199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C08C2-FAA4-449C-8D6A-AEDC366D7978}" type="slidenum">
              <a:rPr kumimoji="0" lang="lt-L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lt-L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5856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D41E8-5542-41EF-9911-AC7BB062FBFA}" type="slidenum">
              <a:rPr lang="lt-LT" smtClean="0"/>
              <a:t>2</a:t>
            </a:fld>
            <a:endParaRPr lang="lt-LT"/>
          </a:p>
        </p:txBody>
      </p:sp>
    </p:spTree>
    <p:extLst>
      <p:ext uri="{BB962C8B-B14F-4D97-AF65-F5344CB8AC3E}">
        <p14:creationId xmlns:p14="http://schemas.microsoft.com/office/powerpoint/2010/main" val="1439572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D41E8-5542-41EF-9911-AC7BB062FBFA}" type="slidenum">
              <a:rPr lang="lt-LT" smtClean="0"/>
              <a:t>4</a:t>
            </a:fld>
            <a:endParaRPr lang="lt-LT"/>
          </a:p>
        </p:txBody>
      </p:sp>
    </p:spTree>
    <p:extLst>
      <p:ext uri="{BB962C8B-B14F-4D97-AF65-F5344CB8AC3E}">
        <p14:creationId xmlns:p14="http://schemas.microsoft.com/office/powerpoint/2010/main" val="2089647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D41E8-5542-41EF-9911-AC7BB062FBFA}" type="slidenum">
              <a:rPr lang="lt-LT" smtClean="0"/>
              <a:t>5</a:t>
            </a:fld>
            <a:endParaRPr lang="lt-LT"/>
          </a:p>
        </p:txBody>
      </p:sp>
    </p:spTree>
    <p:extLst>
      <p:ext uri="{BB962C8B-B14F-4D97-AF65-F5344CB8AC3E}">
        <p14:creationId xmlns:p14="http://schemas.microsoft.com/office/powerpoint/2010/main" val="229268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D41E8-5542-41EF-9911-AC7BB062FBFA}" type="slidenum">
              <a:rPr lang="lt-LT" smtClean="0"/>
              <a:t>7</a:t>
            </a:fld>
            <a:endParaRPr lang="lt-LT"/>
          </a:p>
        </p:txBody>
      </p:sp>
    </p:spTree>
    <p:extLst>
      <p:ext uri="{BB962C8B-B14F-4D97-AF65-F5344CB8AC3E}">
        <p14:creationId xmlns:p14="http://schemas.microsoft.com/office/powerpoint/2010/main" val="2930522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D41E8-5542-41EF-9911-AC7BB062FBFA}" type="slidenum">
              <a:rPr lang="lt-LT" smtClean="0"/>
              <a:t>8</a:t>
            </a:fld>
            <a:endParaRPr lang="lt-LT"/>
          </a:p>
        </p:txBody>
      </p:sp>
    </p:spTree>
    <p:extLst>
      <p:ext uri="{BB962C8B-B14F-4D97-AF65-F5344CB8AC3E}">
        <p14:creationId xmlns:p14="http://schemas.microsoft.com/office/powerpoint/2010/main" val="1795480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D41E8-5542-41EF-9911-AC7BB062FBFA}" type="slidenum">
              <a:rPr lang="lt-LT" smtClean="0"/>
              <a:t>9</a:t>
            </a:fld>
            <a:endParaRPr lang="lt-LT"/>
          </a:p>
        </p:txBody>
      </p:sp>
    </p:spTree>
    <p:extLst>
      <p:ext uri="{BB962C8B-B14F-4D97-AF65-F5344CB8AC3E}">
        <p14:creationId xmlns:p14="http://schemas.microsoft.com/office/powerpoint/2010/main" val="1984008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D41E8-5542-41EF-9911-AC7BB062FBFA}" type="slidenum">
              <a:rPr lang="lt-LT" smtClean="0"/>
              <a:t>10</a:t>
            </a:fld>
            <a:endParaRPr lang="lt-LT"/>
          </a:p>
        </p:txBody>
      </p:sp>
    </p:spTree>
    <p:extLst>
      <p:ext uri="{BB962C8B-B14F-4D97-AF65-F5344CB8AC3E}">
        <p14:creationId xmlns:p14="http://schemas.microsoft.com/office/powerpoint/2010/main" val="179690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D41E8-5542-41EF-9911-AC7BB062FBFA}" type="slidenum">
              <a:rPr lang="lt-LT" smtClean="0"/>
              <a:t>12</a:t>
            </a:fld>
            <a:endParaRPr lang="lt-LT"/>
          </a:p>
        </p:txBody>
      </p:sp>
    </p:spTree>
    <p:extLst>
      <p:ext uri="{BB962C8B-B14F-4D97-AF65-F5344CB8AC3E}">
        <p14:creationId xmlns:p14="http://schemas.microsoft.com/office/powerpoint/2010/main" val="3610245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C0F03C4-3A8C-4FCE-B447-DE322F73619C}"/>
              </a:ext>
            </a:extLst>
          </p:cNvPr>
          <p:cNvSpPr>
            <a:spLocks noGrp="1"/>
          </p:cNvSpPr>
          <p:nvPr>
            <p:ph type="title" hasCustomPrompt="1"/>
          </p:nvPr>
        </p:nvSpPr>
        <p:spPr>
          <a:xfrm>
            <a:off x="420742" y="3840480"/>
            <a:ext cx="5560609" cy="2602231"/>
          </a:xfrm>
          <a:prstGeom prst="rect">
            <a:avLst/>
          </a:prstGeom>
        </p:spPr>
        <p:txBody>
          <a:bodyPr anchor="b"/>
          <a:lstStyle>
            <a:lvl1pPr>
              <a:defRPr sz="4800" b="1">
                <a:solidFill>
                  <a:schemeClr val="bg1"/>
                </a:solidFill>
                <a:latin typeface="Arial" panose="020B0604020202020204" pitchFamily="34" charset="0"/>
                <a:cs typeface="Arial" panose="020B0604020202020204" pitchFamily="34" charset="0"/>
              </a:defRPr>
            </a:lvl1pPr>
          </a:lstStyle>
          <a:p>
            <a:r>
              <a:rPr lang="en-US" noProof="0" dirty="0"/>
              <a:t>Presentation name goes here</a:t>
            </a:r>
          </a:p>
        </p:txBody>
      </p:sp>
      <p:sp>
        <p:nvSpPr>
          <p:cNvPr id="13" name="Text Placeholder 12">
            <a:extLst>
              <a:ext uri="{FF2B5EF4-FFF2-40B4-BE49-F238E27FC236}">
                <a16:creationId xmlns:a16="http://schemas.microsoft.com/office/drawing/2014/main" id="{57287D86-E9E5-4E8F-92D7-9490F21B13C9}"/>
              </a:ext>
            </a:extLst>
          </p:cNvPr>
          <p:cNvSpPr>
            <a:spLocks noGrp="1"/>
          </p:cNvSpPr>
          <p:nvPr>
            <p:ph type="body" sz="quarter" idx="10" hasCustomPrompt="1"/>
          </p:nvPr>
        </p:nvSpPr>
        <p:spPr>
          <a:xfrm>
            <a:off x="420688" y="3573782"/>
            <a:ext cx="1925637" cy="266699"/>
          </a:xfrm>
          <a:prstGeom prst="rect">
            <a:avLst/>
          </a:prstGeom>
        </p:spPr>
        <p:txBody>
          <a:bodyPr/>
          <a:lstStyle>
            <a:lvl1pPr marL="0" indent="0" algn="ctr">
              <a:buNone/>
              <a:defRPr sz="1800">
                <a:solidFill>
                  <a:schemeClr val="bg1"/>
                </a:solidFill>
              </a:defRPr>
            </a:lvl1pPr>
            <a:lvl2pPr>
              <a:defRPr sz="1000"/>
            </a:lvl2pPr>
            <a:lvl3pPr>
              <a:defRPr sz="900"/>
            </a:lvl3pPr>
            <a:lvl4pPr>
              <a:defRPr sz="800"/>
            </a:lvl4pPr>
            <a:lvl5pPr>
              <a:defRPr sz="800"/>
            </a:lvl5pPr>
          </a:lstStyle>
          <a:p>
            <a:pPr lvl="0"/>
            <a:r>
              <a:rPr lang="en-US" noProof="0" dirty="0"/>
              <a:t>Name Surname</a:t>
            </a:r>
          </a:p>
        </p:txBody>
      </p:sp>
      <p:sp>
        <p:nvSpPr>
          <p:cNvPr id="14" name="Text Placeholder 12">
            <a:extLst>
              <a:ext uri="{FF2B5EF4-FFF2-40B4-BE49-F238E27FC236}">
                <a16:creationId xmlns:a16="http://schemas.microsoft.com/office/drawing/2014/main" id="{C2E5E2C2-ED9C-4B14-BD16-5C88B86E543F}"/>
              </a:ext>
            </a:extLst>
          </p:cNvPr>
          <p:cNvSpPr>
            <a:spLocks noGrp="1"/>
          </p:cNvSpPr>
          <p:nvPr>
            <p:ph type="body" sz="quarter" idx="11" hasCustomPrompt="1"/>
          </p:nvPr>
        </p:nvSpPr>
        <p:spPr>
          <a:xfrm>
            <a:off x="10353893" y="6176329"/>
            <a:ext cx="1750579" cy="266383"/>
          </a:xfrm>
          <a:prstGeom prst="rect">
            <a:avLst/>
          </a:prstGeom>
        </p:spPr>
        <p:txBody>
          <a:bodyPr anchor="b"/>
          <a:lstStyle>
            <a:lvl1pPr marL="0" indent="0" algn="ctr">
              <a:buNone/>
              <a:defRPr sz="1200">
                <a:solidFill>
                  <a:schemeClr val="bg1"/>
                </a:solidFill>
              </a:defRPr>
            </a:lvl1pPr>
            <a:lvl2pPr>
              <a:defRPr sz="1000"/>
            </a:lvl2pPr>
            <a:lvl3pPr>
              <a:defRPr sz="900"/>
            </a:lvl3pPr>
            <a:lvl4pPr>
              <a:defRPr sz="800"/>
            </a:lvl4pPr>
            <a:lvl5pPr>
              <a:defRPr sz="800"/>
            </a:lvl5pPr>
          </a:lstStyle>
          <a:p>
            <a:pPr lvl="0"/>
            <a:r>
              <a:rPr lang="en-US" noProof="0" dirty="0"/>
              <a:t>Date</a:t>
            </a:r>
          </a:p>
        </p:txBody>
      </p:sp>
    </p:spTree>
    <p:extLst>
      <p:ext uri="{BB962C8B-B14F-4D97-AF65-F5344CB8AC3E}">
        <p14:creationId xmlns:p14="http://schemas.microsoft.com/office/powerpoint/2010/main" val="2516492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xt">
    <p:bg>
      <p:bgRef idx="1001">
        <a:schemeClr val="bg1"/>
      </p:bgRef>
    </p:bg>
    <p:spTree>
      <p:nvGrpSpPr>
        <p:cNvPr id="1" name=""/>
        <p:cNvGrpSpPr/>
        <p:nvPr/>
      </p:nvGrpSpPr>
      <p:grpSpPr>
        <a:xfrm>
          <a:off x="0" y="0"/>
          <a:ext cx="0" cy="0"/>
          <a:chOff x="0" y="0"/>
          <a:chExt cx="0" cy="0"/>
        </a:xfrm>
      </p:grpSpPr>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mj-lt"/>
                <a:ea typeface="Tahoma" panose="020B0604030504040204" pitchFamily="34" charset="0"/>
                <a:cs typeface="Tahoma" panose="020B0604030504040204" pitchFamily="34" charset="0"/>
              </a:defRPr>
            </a:lvl1pPr>
            <a:lvl2pPr>
              <a:defRPr sz="2400">
                <a:solidFill>
                  <a:schemeClr val="tx1"/>
                </a:solidFill>
                <a:latin typeface="+mn-lt"/>
                <a:ea typeface="Tahoma" panose="020B0604030504040204" pitchFamily="34" charset="0"/>
                <a:cs typeface="Tahoma" panose="020B0604030504040204" pitchFamily="34" charset="0"/>
              </a:defRPr>
            </a:lvl2pPr>
            <a:lvl3pPr>
              <a:defRPr sz="2000">
                <a:solidFill>
                  <a:schemeClr val="tx1"/>
                </a:solidFill>
                <a:latin typeface="+mn-lt"/>
                <a:ea typeface="Tahoma" panose="020B0604030504040204" pitchFamily="34" charset="0"/>
                <a:cs typeface="Tahoma" panose="020B0604030504040204" pitchFamily="34" charset="0"/>
              </a:defRPr>
            </a:lvl3pPr>
            <a:lvl4pPr>
              <a:defRPr sz="1800">
                <a:solidFill>
                  <a:schemeClr val="tx1"/>
                </a:solidFill>
                <a:latin typeface="+mn-lt"/>
                <a:ea typeface="Tahoma" panose="020B0604030504040204" pitchFamily="34" charset="0"/>
                <a:cs typeface="Tahoma" panose="020B0604030504040204" pitchFamily="34" charset="0"/>
              </a:defRPr>
            </a:lvl4pPr>
            <a:lvl5pPr>
              <a:defRPr sz="1800">
                <a:solidFill>
                  <a:schemeClr val="tx1"/>
                </a:solidFill>
                <a:latin typeface="+mn-lt"/>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9" name="Slide Number Placeholder 5"/>
          <p:cNvSpPr>
            <a:spLocks noGrp="1"/>
          </p:cNvSpPr>
          <p:nvPr>
            <p:ph type="sldNum" sz="quarter" idx="12"/>
          </p:nvPr>
        </p:nvSpPr>
        <p:spPr>
          <a:xfrm>
            <a:off x="10261600" y="6356353"/>
            <a:ext cx="864096" cy="365125"/>
          </a:xfrm>
          <a:prstGeom prst="rect">
            <a:avLst/>
          </a:prstGeom>
        </p:spPr>
        <p:txBody>
          <a:bodyPr/>
          <a:lstStyle>
            <a:lvl1pPr algn="r">
              <a:defRPr>
                <a:solidFill>
                  <a:srgbClr val="666666"/>
                </a:solidFill>
                <a:latin typeface="Tahoma" panose="020B0604030504040204" pitchFamily="34" charset="0"/>
                <a:ea typeface="Tahoma" panose="020B0604030504040204" pitchFamily="34" charset="0"/>
                <a:cs typeface="Tahoma" panose="020B0604030504040204" pitchFamily="34" charset="0"/>
              </a:defRPr>
            </a:lvl1pPr>
          </a:lstStyle>
          <a:p>
            <a:fld id="{AD74A76B-B836-484A-AF51-E7D185AEA26F}" type="slidenum">
              <a:rPr lang="en-US" smtClean="0"/>
              <a:pPr/>
              <a:t>‹#›</a:t>
            </a:fld>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23216" y="6358812"/>
            <a:ext cx="462384" cy="346788"/>
          </a:xfrm>
          <a:prstGeom prst="rect">
            <a:avLst/>
          </a:prstGeom>
        </p:spPr>
      </p:pic>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60828010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xt with pictur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A1DE040-DE2B-41C7-AF8E-B17187AA0402}"/>
              </a:ext>
            </a:extLst>
          </p:cNvPr>
          <p:cNvSpPr>
            <a:spLocks noGrp="1"/>
          </p:cNvSpPr>
          <p:nvPr>
            <p:ph idx="4294967295"/>
          </p:nvPr>
        </p:nvSpPr>
        <p:spPr>
          <a:xfrm>
            <a:off x="571623" y="2344318"/>
            <a:ext cx="4483280" cy="3832644"/>
          </a:xfrm>
          <a:prstGeom prst="rect">
            <a:avLst/>
          </a:prstGeom>
        </p:spPr>
        <p:txBody>
          <a:bodyPr>
            <a:normAutofit/>
          </a:bodyPr>
          <a:lstStyle>
            <a:lvl1pPr>
              <a:defRPr>
                <a:solidFill>
                  <a:schemeClr val="tx1"/>
                </a:solidFill>
              </a:defRPr>
            </a:lvl1pPr>
          </a:lstStyle>
          <a:p>
            <a:pPr marL="0" lvl="0" indent="0">
              <a:lnSpc>
                <a:spcPct val="150000"/>
              </a:lnSpc>
              <a:buNone/>
            </a:pPr>
            <a:r>
              <a:rPr lang="en-US" sz="1100" b="0" i="0">
                <a:solidFill>
                  <a:srgbClr val="000000"/>
                </a:solidFill>
                <a:effectLst/>
                <a:latin typeface="Arial" panose="020B0604020202020204" pitchFamily="34" charset="0"/>
                <a:cs typeface="Arial" panose="020B0604020202020204" pitchFamily="34" charset="0"/>
              </a:rPr>
              <a:t>Edit Master text styles</a:t>
            </a:r>
          </a:p>
        </p:txBody>
      </p:sp>
      <p:sp>
        <p:nvSpPr>
          <p:cNvPr id="12" name="Picture Placeholder 11">
            <a:extLst>
              <a:ext uri="{FF2B5EF4-FFF2-40B4-BE49-F238E27FC236}">
                <a16:creationId xmlns:a16="http://schemas.microsoft.com/office/drawing/2014/main" id="{2D229D56-4D34-4E92-B08C-499915E61538}"/>
              </a:ext>
            </a:extLst>
          </p:cNvPr>
          <p:cNvSpPr>
            <a:spLocks noGrp="1"/>
          </p:cNvSpPr>
          <p:nvPr>
            <p:ph type="pic" sz="quarter" idx="10"/>
          </p:nvPr>
        </p:nvSpPr>
        <p:spPr>
          <a:xfrm>
            <a:off x="6096000" y="2"/>
            <a:ext cx="6096000" cy="6176961"/>
          </a:xfrm>
          <a:prstGeom prst="rect">
            <a:avLst/>
          </a:prstGeom>
        </p:spPr>
        <p:txBody>
          <a:bodyPr/>
          <a:lstStyle>
            <a:lvl1pPr>
              <a:defRPr>
                <a:solidFill>
                  <a:schemeClr val="tx1"/>
                </a:solidFill>
              </a:defRPr>
            </a:lvl1pPr>
          </a:lstStyle>
          <a:p>
            <a:r>
              <a:rPr lang="en-US"/>
              <a:t>Click icon to add picture</a:t>
            </a:r>
            <a:endParaRPr lang="en-US" dirty="0"/>
          </a:p>
        </p:txBody>
      </p:sp>
      <p:sp>
        <p:nvSpPr>
          <p:cNvPr id="24" name="Title 1">
            <a:extLst>
              <a:ext uri="{FF2B5EF4-FFF2-40B4-BE49-F238E27FC236}">
                <a16:creationId xmlns:a16="http://schemas.microsoft.com/office/drawing/2014/main" id="{B13C218B-CACD-4BF1-8C5D-05BC5CFF4A5C}"/>
              </a:ext>
            </a:extLst>
          </p:cNvPr>
          <p:cNvSpPr>
            <a:spLocks noGrp="1"/>
          </p:cNvSpPr>
          <p:nvPr>
            <p:ph type="title" idx="4294967295"/>
          </p:nvPr>
        </p:nvSpPr>
        <p:spPr>
          <a:xfrm>
            <a:off x="571623" y="365126"/>
            <a:ext cx="4483280" cy="1019058"/>
          </a:xfrm>
          <a:prstGeom prst="rect">
            <a:avLst/>
          </a:prstGeom>
        </p:spPr>
        <p:txBody>
          <a:bodyPr anchor="ctr">
            <a:normAutofit fontScale="90000"/>
          </a:bodyPr>
          <a:lstStyle>
            <a:lvl1pPr>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23216" y="6358812"/>
            <a:ext cx="462384" cy="346788"/>
          </a:xfrm>
          <a:prstGeom prst="rect">
            <a:avLst/>
          </a:prstGeom>
        </p:spPr>
      </p:pic>
    </p:spTree>
    <p:extLst>
      <p:ext uri="{BB962C8B-B14F-4D97-AF65-F5344CB8AC3E}">
        <p14:creationId xmlns:p14="http://schemas.microsoft.com/office/powerpoint/2010/main" val="3034257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ex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1389F8-9C8C-43D8-A1BE-8E81D7D001F3}"/>
              </a:ext>
            </a:extLst>
          </p:cNvPr>
          <p:cNvSpPr>
            <a:spLocks noGrp="1"/>
          </p:cNvSpPr>
          <p:nvPr>
            <p:ph type="title" idx="4294967295"/>
          </p:nvPr>
        </p:nvSpPr>
        <p:spPr>
          <a:xfrm>
            <a:off x="609601" y="365126"/>
            <a:ext cx="11151028" cy="1019058"/>
          </a:xfrm>
          <a:prstGeom prst="rect">
            <a:avLst/>
          </a:prstGeom>
        </p:spPr>
        <p:txBody>
          <a:bodyPr anchor="ctr">
            <a:normAutofit fontScale="90000"/>
          </a:bodyPr>
          <a:lstStyle>
            <a:lvl1pPr>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F0E12C56-23FB-44A3-BEC6-73300A5A86F0}"/>
              </a:ext>
            </a:extLst>
          </p:cNvPr>
          <p:cNvSpPr>
            <a:spLocks noGrp="1"/>
          </p:cNvSpPr>
          <p:nvPr>
            <p:ph type="body" sz="quarter" idx="10" hasCustomPrompt="1"/>
          </p:nvPr>
        </p:nvSpPr>
        <p:spPr>
          <a:xfrm>
            <a:off x="571621" y="6376085"/>
            <a:ext cx="2396177" cy="321278"/>
          </a:xfrm>
          <a:prstGeom prst="rect">
            <a:avLst/>
          </a:prstGeom>
        </p:spPr>
        <p:txBody>
          <a:bodyPr anchor="ctr"/>
          <a:lstStyle>
            <a:lvl1pPr marL="0" indent="0">
              <a:buNone/>
              <a:defRPr sz="800">
                <a:solidFill>
                  <a:schemeClr val="tx1"/>
                </a:solidFill>
              </a:defRPr>
            </a:lvl1pPr>
          </a:lstStyle>
          <a:p>
            <a:pPr lvl="0"/>
            <a:r>
              <a:rPr lang="en-US" noProof="0" dirty="0"/>
              <a:t>Presentation name goes here</a:t>
            </a:r>
          </a:p>
        </p:txBody>
      </p:sp>
      <p:sp>
        <p:nvSpPr>
          <p:cNvPr id="14" name="Text Placeholder 12">
            <a:extLst>
              <a:ext uri="{FF2B5EF4-FFF2-40B4-BE49-F238E27FC236}">
                <a16:creationId xmlns:a16="http://schemas.microsoft.com/office/drawing/2014/main" id="{3E5FAA83-A8DF-44A4-BFC5-70A3F33FBED1}"/>
              </a:ext>
            </a:extLst>
          </p:cNvPr>
          <p:cNvSpPr>
            <a:spLocks noGrp="1"/>
          </p:cNvSpPr>
          <p:nvPr>
            <p:ph type="body" sz="quarter" idx="11" hasCustomPrompt="1"/>
          </p:nvPr>
        </p:nvSpPr>
        <p:spPr>
          <a:xfrm>
            <a:off x="9224204" y="6376087"/>
            <a:ext cx="2144013" cy="321277"/>
          </a:xfrm>
          <a:prstGeom prst="rect">
            <a:avLst/>
          </a:prstGeom>
        </p:spPr>
        <p:txBody>
          <a:bodyPr anchor="ctr"/>
          <a:lstStyle>
            <a:lvl1pPr marL="0" indent="0" algn="r">
              <a:buNone/>
              <a:defRPr sz="800">
                <a:solidFill>
                  <a:schemeClr val="tx1"/>
                </a:solidFill>
              </a:defRPr>
            </a:lvl1pPr>
          </a:lstStyle>
          <a:p>
            <a:pPr lvl="0"/>
            <a:r>
              <a:rPr lang="en-US" sz="800" noProof="0" dirty="0"/>
              <a:t>Date</a:t>
            </a:r>
            <a:endParaRPr lang="en-US" noProof="0" dirty="0"/>
          </a:p>
        </p:txBody>
      </p:sp>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mj-lt"/>
                <a:ea typeface="Tahoma" panose="020B0604030504040204" pitchFamily="34" charset="0"/>
                <a:cs typeface="Tahoma" panose="020B0604030504040204" pitchFamily="34" charset="0"/>
              </a:defRPr>
            </a:lvl1pPr>
            <a:lvl2pPr>
              <a:defRPr sz="2400">
                <a:solidFill>
                  <a:schemeClr val="tx1"/>
                </a:solidFill>
                <a:latin typeface="+mn-lt"/>
                <a:ea typeface="Tahoma" panose="020B0604030504040204" pitchFamily="34" charset="0"/>
                <a:cs typeface="Tahoma" panose="020B0604030504040204" pitchFamily="34" charset="0"/>
              </a:defRPr>
            </a:lvl2pPr>
            <a:lvl3pPr>
              <a:defRPr sz="2000">
                <a:solidFill>
                  <a:schemeClr val="tx1"/>
                </a:solidFill>
                <a:latin typeface="+mn-lt"/>
                <a:ea typeface="Tahoma" panose="020B0604030504040204" pitchFamily="34" charset="0"/>
                <a:cs typeface="Tahoma" panose="020B0604030504040204" pitchFamily="34" charset="0"/>
              </a:defRPr>
            </a:lvl3pPr>
            <a:lvl4pPr>
              <a:defRPr sz="1800">
                <a:solidFill>
                  <a:schemeClr val="tx1"/>
                </a:solidFill>
                <a:latin typeface="+mn-lt"/>
                <a:ea typeface="Tahoma" panose="020B0604030504040204" pitchFamily="34" charset="0"/>
                <a:cs typeface="Tahoma" panose="020B0604030504040204" pitchFamily="34" charset="0"/>
              </a:defRPr>
            </a:lvl4pPr>
            <a:lvl5pPr>
              <a:defRPr sz="1800">
                <a:solidFill>
                  <a:schemeClr val="tx1"/>
                </a:solidFill>
                <a:latin typeface="+mn-lt"/>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91947" y="6310968"/>
            <a:ext cx="346788" cy="346788"/>
          </a:xfrm>
          <a:prstGeom prst="rect">
            <a:avLst/>
          </a:prstGeom>
        </p:spPr>
      </p:pic>
    </p:spTree>
    <p:extLst>
      <p:ext uri="{BB962C8B-B14F-4D97-AF65-F5344CB8AC3E}">
        <p14:creationId xmlns:p14="http://schemas.microsoft.com/office/powerpoint/2010/main" val="729657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2_Tex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1389F8-9C8C-43D8-A1BE-8E81D7D001F3}"/>
              </a:ext>
            </a:extLst>
          </p:cNvPr>
          <p:cNvSpPr>
            <a:spLocks noGrp="1"/>
          </p:cNvSpPr>
          <p:nvPr>
            <p:ph type="title" idx="4294967295"/>
          </p:nvPr>
        </p:nvSpPr>
        <p:spPr>
          <a:xfrm>
            <a:off x="609601" y="365126"/>
            <a:ext cx="11151028" cy="1019058"/>
          </a:xfrm>
          <a:prstGeom prst="rect">
            <a:avLst/>
          </a:prstGeom>
        </p:spPr>
        <p:txBody>
          <a:bodyPr anchor="ctr">
            <a:normAutofit fontScale="90000"/>
          </a:bodyPr>
          <a:lstStyle>
            <a:lvl1pPr>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F0E12C56-23FB-44A3-BEC6-73300A5A86F0}"/>
              </a:ext>
            </a:extLst>
          </p:cNvPr>
          <p:cNvSpPr>
            <a:spLocks noGrp="1"/>
          </p:cNvSpPr>
          <p:nvPr>
            <p:ph type="body" sz="quarter" idx="10" hasCustomPrompt="1"/>
          </p:nvPr>
        </p:nvSpPr>
        <p:spPr>
          <a:xfrm>
            <a:off x="571621" y="6376085"/>
            <a:ext cx="2396177" cy="321278"/>
          </a:xfrm>
          <a:prstGeom prst="rect">
            <a:avLst/>
          </a:prstGeom>
        </p:spPr>
        <p:txBody>
          <a:bodyPr anchor="ctr"/>
          <a:lstStyle>
            <a:lvl1pPr marL="0" indent="0">
              <a:buNone/>
              <a:defRPr sz="800">
                <a:solidFill>
                  <a:schemeClr val="tx1"/>
                </a:solidFill>
              </a:defRPr>
            </a:lvl1pPr>
          </a:lstStyle>
          <a:p>
            <a:pPr lvl="0"/>
            <a:r>
              <a:rPr lang="en-US" noProof="0" dirty="0"/>
              <a:t>Presentation name goes here</a:t>
            </a:r>
          </a:p>
        </p:txBody>
      </p:sp>
      <p:sp>
        <p:nvSpPr>
          <p:cNvPr id="14" name="Text Placeholder 12">
            <a:extLst>
              <a:ext uri="{FF2B5EF4-FFF2-40B4-BE49-F238E27FC236}">
                <a16:creationId xmlns:a16="http://schemas.microsoft.com/office/drawing/2014/main" id="{3E5FAA83-A8DF-44A4-BFC5-70A3F33FBED1}"/>
              </a:ext>
            </a:extLst>
          </p:cNvPr>
          <p:cNvSpPr>
            <a:spLocks noGrp="1"/>
          </p:cNvSpPr>
          <p:nvPr>
            <p:ph type="body" sz="quarter" idx="11" hasCustomPrompt="1"/>
          </p:nvPr>
        </p:nvSpPr>
        <p:spPr>
          <a:xfrm>
            <a:off x="9224204" y="6376087"/>
            <a:ext cx="2144013" cy="321277"/>
          </a:xfrm>
          <a:prstGeom prst="rect">
            <a:avLst/>
          </a:prstGeom>
        </p:spPr>
        <p:txBody>
          <a:bodyPr anchor="ctr"/>
          <a:lstStyle>
            <a:lvl1pPr marL="0" indent="0" algn="r">
              <a:buNone/>
              <a:defRPr sz="800">
                <a:solidFill>
                  <a:schemeClr val="tx1"/>
                </a:solidFill>
              </a:defRPr>
            </a:lvl1pPr>
          </a:lstStyle>
          <a:p>
            <a:pPr lvl="0"/>
            <a:r>
              <a:rPr lang="en-US" sz="800" noProof="0" dirty="0"/>
              <a:t>Date</a:t>
            </a:r>
            <a:endParaRPr lang="en-US" noProof="0" dirty="0"/>
          </a:p>
        </p:txBody>
      </p:sp>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mj-lt"/>
                <a:ea typeface="Tahoma" panose="020B0604030504040204" pitchFamily="34" charset="0"/>
                <a:cs typeface="Tahoma" panose="020B0604030504040204" pitchFamily="34" charset="0"/>
              </a:defRPr>
            </a:lvl1pPr>
            <a:lvl2pPr>
              <a:defRPr sz="2400">
                <a:solidFill>
                  <a:schemeClr val="tx1"/>
                </a:solidFill>
                <a:latin typeface="+mn-lt"/>
                <a:ea typeface="Tahoma" panose="020B0604030504040204" pitchFamily="34" charset="0"/>
                <a:cs typeface="Tahoma" panose="020B0604030504040204" pitchFamily="34" charset="0"/>
              </a:defRPr>
            </a:lvl2pPr>
            <a:lvl3pPr>
              <a:defRPr sz="2000">
                <a:solidFill>
                  <a:schemeClr val="tx1"/>
                </a:solidFill>
                <a:latin typeface="+mn-lt"/>
                <a:ea typeface="Tahoma" panose="020B0604030504040204" pitchFamily="34" charset="0"/>
                <a:cs typeface="Tahoma" panose="020B0604030504040204" pitchFamily="34" charset="0"/>
              </a:defRPr>
            </a:lvl3pPr>
            <a:lvl4pPr>
              <a:defRPr sz="1800">
                <a:solidFill>
                  <a:schemeClr val="tx1"/>
                </a:solidFill>
                <a:latin typeface="+mn-lt"/>
                <a:ea typeface="Tahoma" panose="020B0604030504040204" pitchFamily="34" charset="0"/>
                <a:cs typeface="Tahoma" panose="020B0604030504040204" pitchFamily="34" charset="0"/>
              </a:defRPr>
            </a:lvl4pPr>
            <a:lvl5pPr>
              <a:defRPr sz="1800">
                <a:solidFill>
                  <a:schemeClr val="tx1"/>
                </a:solidFill>
                <a:latin typeface="+mn-lt"/>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91947" y="6310968"/>
            <a:ext cx="346788" cy="346788"/>
          </a:xfrm>
          <a:prstGeom prst="rect">
            <a:avLst/>
          </a:prstGeom>
        </p:spPr>
      </p:pic>
    </p:spTree>
    <p:extLst>
      <p:ext uri="{BB962C8B-B14F-4D97-AF65-F5344CB8AC3E}">
        <p14:creationId xmlns:p14="http://schemas.microsoft.com/office/powerpoint/2010/main" val="2915862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3_Tex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1389F8-9C8C-43D8-A1BE-8E81D7D001F3}"/>
              </a:ext>
            </a:extLst>
          </p:cNvPr>
          <p:cNvSpPr>
            <a:spLocks noGrp="1"/>
          </p:cNvSpPr>
          <p:nvPr>
            <p:ph type="title" idx="4294967295"/>
          </p:nvPr>
        </p:nvSpPr>
        <p:spPr>
          <a:xfrm>
            <a:off x="609601" y="365126"/>
            <a:ext cx="11151028" cy="1019058"/>
          </a:xfrm>
          <a:prstGeom prst="rect">
            <a:avLst/>
          </a:prstGeom>
        </p:spPr>
        <p:txBody>
          <a:bodyPr anchor="ctr">
            <a:normAutofit fontScale="90000"/>
          </a:bodyPr>
          <a:lstStyle>
            <a:lvl1pPr algn="l">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Arial" pitchFamily="34" charset="0"/>
                <a:ea typeface="Tahoma" panose="020B0604030504040204" pitchFamily="34" charset="0"/>
                <a:cs typeface="Arial" pitchFamily="34" charset="0"/>
              </a:defRPr>
            </a:lvl1pPr>
            <a:lvl2pPr>
              <a:defRPr sz="2400">
                <a:solidFill>
                  <a:schemeClr val="tx1"/>
                </a:solidFill>
                <a:latin typeface="Arial" pitchFamily="34" charset="0"/>
                <a:ea typeface="Tahoma" panose="020B0604030504040204" pitchFamily="34" charset="0"/>
                <a:cs typeface="Arial" pitchFamily="34" charset="0"/>
              </a:defRPr>
            </a:lvl2pPr>
            <a:lvl3pPr>
              <a:defRPr sz="2000">
                <a:solidFill>
                  <a:schemeClr val="tx1"/>
                </a:solidFill>
                <a:latin typeface="Arial" pitchFamily="34" charset="0"/>
                <a:ea typeface="Tahoma" panose="020B0604030504040204" pitchFamily="34" charset="0"/>
                <a:cs typeface="Arial" pitchFamily="34" charset="0"/>
              </a:defRPr>
            </a:lvl3pPr>
            <a:lvl4pPr>
              <a:defRPr sz="1800">
                <a:solidFill>
                  <a:schemeClr val="tx1"/>
                </a:solidFill>
                <a:latin typeface="Arial" pitchFamily="34" charset="0"/>
                <a:ea typeface="Tahoma" panose="020B0604030504040204" pitchFamily="34" charset="0"/>
                <a:cs typeface="Arial" pitchFamily="34" charset="0"/>
              </a:defRPr>
            </a:lvl4pPr>
            <a:lvl5pPr>
              <a:defRPr sz="1800">
                <a:solidFill>
                  <a:schemeClr val="tx1"/>
                </a:solidFill>
                <a:latin typeface="Arial" pitchFamily="34" charset="0"/>
                <a:ea typeface="Tahoma" panose="020B0604030504040204"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23216" y="6358812"/>
            <a:ext cx="462384" cy="346788"/>
          </a:xfrm>
          <a:prstGeom prst="rect">
            <a:avLst/>
          </a:prstGeom>
        </p:spPr>
      </p:pic>
      <p:sp>
        <p:nvSpPr>
          <p:cNvPr id="10" name="Slide Number Placeholder 5"/>
          <p:cNvSpPr>
            <a:spLocks noGrp="1"/>
          </p:cNvSpPr>
          <p:nvPr>
            <p:ph type="sldNum" sz="quarter" idx="12"/>
          </p:nvPr>
        </p:nvSpPr>
        <p:spPr>
          <a:xfrm>
            <a:off x="10261600" y="6356353"/>
            <a:ext cx="864096" cy="365125"/>
          </a:xfrm>
          <a:prstGeom prst="rect">
            <a:avLst/>
          </a:prstGeom>
        </p:spPr>
        <p:txBody>
          <a:bodyPr/>
          <a:lstStyle>
            <a:lvl1pPr algn="r">
              <a:defRPr>
                <a:solidFill>
                  <a:srgbClr val="666666"/>
                </a:solidFill>
                <a:latin typeface="Tahoma" panose="020B0604030504040204" pitchFamily="34" charset="0"/>
                <a:ea typeface="Tahoma" panose="020B0604030504040204" pitchFamily="34" charset="0"/>
                <a:cs typeface="Tahoma" panose="020B0604030504040204" pitchFamily="34" charset="0"/>
              </a:defRPr>
            </a:lvl1pPr>
          </a:lstStyle>
          <a:p>
            <a:fld id="{AD74A76B-B836-484A-AF51-E7D185AEA26F}" type="slidenum">
              <a:rPr lang="en-US" smtClean="0"/>
              <a:pPr/>
              <a:t>‹#›</a:t>
            </a:fld>
            <a:endParaRPr lang="en-US" dirty="0"/>
          </a:p>
        </p:txBody>
      </p:sp>
    </p:spTree>
    <p:extLst>
      <p:ext uri="{BB962C8B-B14F-4D97-AF65-F5344CB8AC3E}">
        <p14:creationId xmlns:p14="http://schemas.microsoft.com/office/powerpoint/2010/main" val="3660593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4_Tex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1389F8-9C8C-43D8-A1BE-8E81D7D001F3}"/>
              </a:ext>
            </a:extLst>
          </p:cNvPr>
          <p:cNvSpPr>
            <a:spLocks noGrp="1"/>
          </p:cNvSpPr>
          <p:nvPr>
            <p:ph type="title" idx="4294967295"/>
          </p:nvPr>
        </p:nvSpPr>
        <p:spPr>
          <a:xfrm>
            <a:off x="609601" y="365126"/>
            <a:ext cx="11151028" cy="1019058"/>
          </a:xfrm>
          <a:prstGeom prst="rect">
            <a:avLst/>
          </a:prstGeom>
        </p:spPr>
        <p:txBody>
          <a:bodyPr anchor="ctr">
            <a:normAutofit fontScale="90000"/>
          </a:bodyPr>
          <a:lstStyle>
            <a:lvl1pPr algn="l">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Arial" pitchFamily="34" charset="0"/>
                <a:ea typeface="Tahoma" panose="020B0604030504040204" pitchFamily="34" charset="0"/>
                <a:cs typeface="Arial" pitchFamily="34" charset="0"/>
              </a:defRPr>
            </a:lvl1pPr>
            <a:lvl2pPr>
              <a:defRPr sz="2400">
                <a:solidFill>
                  <a:schemeClr val="tx1"/>
                </a:solidFill>
                <a:latin typeface="Arial" pitchFamily="34" charset="0"/>
                <a:ea typeface="Tahoma" panose="020B0604030504040204" pitchFamily="34" charset="0"/>
                <a:cs typeface="Arial" pitchFamily="34" charset="0"/>
              </a:defRPr>
            </a:lvl2pPr>
            <a:lvl3pPr>
              <a:defRPr sz="2000">
                <a:solidFill>
                  <a:schemeClr val="tx1"/>
                </a:solidFill>
                <a:latin typeface="Arial" pitchFamily="34" charset="0"/>
                <a:ea typeface="Tahoma" panose="020B0604030504040204" pitchFamily="34" charset="0"/>
                <a:cs typeface="Arial" pitchFamily="34" charset="0"/>
              </a:defRPr>
            </a:lvl3pPr>
            <a:lvl4pPr>
              <a:defRPr sz="1800">
                <a:solidFill>
                  <a:schemeClr val="tx1"/>
                </a:solidFill>
                <a:latin typeface="Arial" pitchFamily="34" charset="0"/>
                <a:ea typeface="Tahoma" panose="020B0604030504040204" pitchFamily="34" charset="0"/>
                <a:cs typeface="Arial" pitchFamily="34" charset="0"/>
              </a:defRPr>
            </a:lvl4pPr>
            <a:lvl5pPr>
              <a:defRPr sz="1800">
                <a:solidFill>
                  <a:schemeClr val="tx1"/>
                </a:solidFill>
                <a:latin typeface="Arial" pitchFamily="34" charset="0"/>
                <a:ea typeface="Tahoma" panose="020B0604030504040204"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23216" y="6358812"/>
            <a:ext cx="462384" cy="346788"/>
          </a:xfrm>
          <a:prstGeom prst="rect">
            <a:avLst/>
          </a:prstGeom>
        </p:spPr>
      </p:pic>
      <p:sp>
        <p:nvSpPr>
          <p:cNvPr id="10" name="Slide Number Placeholder 5"/>
          <p:cNvSpPr>
            <a:spLocks noGrp="1"/>
          </p:cNvSpPr>
          <p:nvPr>
            <p:ph type="sldNum" sz="quarter" idx="12"/>
          </p:nvPr>
        </p:nvSpPr>
        <p:spPr>
          <a:xfrm>
            <a:off x="10261600" y="6356353"/>
            <a:ext cx="864096" cy="365125"/>
          </a:xfrm>
          <a:prstGeom prst="rect">
            <a:avLst/>
          </a:prstGeom>
        </p:spPr>
        <p:txBody>
          <a:bodyPr/>
          <a:lstStyle>
            <a:lvl1pPr algn="r">
              <a:defRPr>
                <a:solidFill>
                  <a:srgbClr val="666666"/>
                </a:solidFill>
                <a:latin typeface="Tahoma" panose="020B0604030504040204" pitchFamily="34" charset="0"/>
                <a:ea typeface="Tahoma" panose="020B0604030504040204" pitchFamily="34" charset="0"/>
                <a:cs typeface="Tahoma" panose="020B0604030504040204" pitchFamily="34" charset="0"/>
              </a:defRPr>
            </a:lvl1pPr>
          </a:lstStyle>
          <a:p>
            <a:fld id="{AD74A76B-B836-484A-AF51-E7D185AEA26F}" type="slidenum">
              <a:rPr lang="en-US" smtClean="0"/>
              <a:pPr/>
              <a:t>‹#›</a:t>
            </a:fld>
            <a:endParaRPr lang="en-US" dirty="0"/>
          </a:p>
        </p:txBody>
      </p:sp>
    </p:spTree>
    <p:extLst>
      <p:ext uri="{BB962C8B-B14F-4D97-AF65-F5344CB8AC3E}">
        <p14:creationId xmlns:p14="http://schemas.microsoft.com/office/powerpoint/2010/main" val="1446121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5_Tex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1389F8-9C8C-43D8-A1BE-8E81D7D001F3}"/>
              </a:ext>
            </a:extLst>
          </p:cNvPr>
          <p:cNvSpPr>
            <a:spLocks noGrp="1"/>
          </p:cNvSpPr>
          <p:nvPr>
            <p:ph type="title" idx="4294967295"/>
          </p:nvPr>
        </p:nvSpPr>
        <p:spPr>
          <a:xfrm>
            <a:off x="609601" y="365126"/>
            <a:ext cx="11151028" cy="1019058"/>
          </a:xfrm>
          <a:prstGeom prst="rect">
            <a:avLst/>
          </a:prstGeom>
        </p:spPr>
        <p:txBody>
          <a:bodyPr anchor="ctr">
            <a:normAutofit fontScale="90000"/>
          </a:bodyPr>
          <a:lstStyle>
            <a:lvl1pPr algn="l">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Arial" pitchFamily="34" charset="0"/>
                <a:ea typeface="Tahoma" panose="020B0604030504040204" pitchFamily="34" charset="0"/>
                <a:cs typeface="Arial" pitchFamily="34" charset="0"/>
              </a:defRPr>
            </a:lvl1pPr>
            <a:lvl2pPr>
              <a:defRPr sz="2400">
                <a:solidFill>
                  <a:schemeClr val="tx1"/>
                </a:solidFill>
                <a:latin typeface="Arial" pitchFamily="34" charset="0"/>
                <a:ea typeface="Tahoma" panose="020B0604030504040204" pitchFamily="34" charset="0"/>
                <a:cs typeface="Arial" pitchFamily="34" charset="0"/>
              </a:defRPr>
            </a:lvl2pPr>
            <a:lvl3pPr>
              <a:defRPr sz="2000">
                <a:solidFill>
                  <a:schemeClr val="tx1"/>
                </a:solidFill>
                <a:latin typeface="Arial" pitchFamily="34" charset="0"/>
                <a:ea typeface="Tahoma" panose="020B0604030504040204" pitchFamily="34" charset="0"/>
                <a:cs typeface="Arial" pitchFamily="34" charset="0"/>
              </a:defRPr>
            </a:lvl3pPr>
            <a:lvl4pPr>
              <a:defRPr sz="1800">
                <a:solidFill>
                  <a:schemeClr val="tx1"/>
                </a:solidFill>
                <a:latin typeface="Arial" pitchFamily="34" charset="0"/>
                <a:ea typeface="Tahoma" panose="020B0604030504040204" pitchFamily="34" charset="0"/>
                <a:cs typeface="Arial" pitchFamily="34" charset="0"/>
              </a:defRPr>
            </a:lvl4pPr>
            <a:lvl5pPr>
              <a:defRPr sz="1800">
                <a:solidFill>
                  <a:schemeClr val="tx1"/>
                </a:solidFill>
                <a:latin typeface="Arial" pitchFamily="34" charset="0"/>
                <a:ea typeface="Tahoma" panose="020B0604030504040204"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9" name="Slide Number Placeholder 5"/>
          <p:cNvSpPr>
            <a:spLocks noGrp="1"/>
          </p:cNvSpPr>
          <p:nvPr>
            <p:ph type="sldNum" sz="quarter" idx="12"/>
          </p:nvPr>
        </p:nvSpPr>
        <p:spPr>
          <a:xfrm>
            <a:off x="10261600" y="6356353"/>
            <a:ext cx="864096" cy="365125"/>
          </a:xfrm>
          <a:prstGeom prst="rect">
            <a:avLst/>
          </a:prstGeom>
        </p:spPr>
        <p:txBody>
          <a:bodyPr/>
          <a:lstStyle>
            <a:lvl1pPr algn="r">
              <a:defRPr>
                <a:solidFill>
                  <a:srgbClr val="666666"/>
                </a:solidFill>
                <a:latin typeface="Tahoma" panose="020B0604030504040204" pitchFamily="34" charset="0"/>
                <a:ea typeface="Tahoma" panose="020B0604030504040204" pitchFamily="34" charset="0"/>
                <a:cs typeface="Tahoma" panose="020B0604030504040204" pitchFamily="34" charset="0"/>
              </a:defRPr>
            </a:lvl1pPr>
          </a:lstStyle>
          <a:p>
            <a:fld id="{AD74A76B-B836-484A-AF51-E7D185AEA26F}" type="slidenum">
              <a:rPr lang="en-US" smtClean="0"/>
              <a:pPr/>
              <a:t>‹#›</a:t>
            </a:fld>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23216" y="6358812"/>
            <a:ext cx="462384" cy="346788"/>
          </a:xfrm>
          <a:prstGeom prst="rect">
            <a:avLst/>
          </a:prstGeom>
        </p:spPr>
      </p:pic>
    </p:spTree>
    <p:extLst>
      <p:ext uri="{BB962C8B-B14F-4D97-AF65-F5344CB8AC3E}">
        <p14:creationId xmlns:p14="http://schemas.microsoft.com/office/powerpoint/2010/main" val="697360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6_Tex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1389F8-9C8C-43D8-A1BE-8E81D7D001F3}"/>
              </a:ext>
            </a:extLst>
          </p:cNvPr>
          <p:cNvSpPr>
            <a:spLocks noGrp="1"/>
          </p:cNvSpPr>
          <p:nvPr>
            <p:ph type="title" idx="4294967295"/>
          </p:nvPr>
        </p:nvSpPr>
        <p:spPr>
          <a:xfrm>
            <a:off x="609601" y="365126"/>
            <a:ext cx="11151028" cy="1019058"/>
          </a:xfrm>
          <a:prstGeom prst="rect">
            <a:avLst/>
          </a:prstGeom>
        </p:spPr>
        <p:txBody>
          <a:bodyPr anchor="ctr">
            <a:normAutofit fontScale="90000"/>
          </a:bodyPr>
          <a:lstStyle>
            <a:lvl1pPr algn="l">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Arial" pitchFamily="34" charset="0"/>
                <a:ea typeface="Tahoma" panose="020B0604030504040204" pitchFamily="34" charset="0"/>
                <a:cs typeface="Arial" pitchFamily="34" charset="0"/>
              </a:defRPr>
            </a:lvl1pPr>
            <a:lvl2pPr>
              <a:defRPr sz="2400">
                <a:solidFill>
                  <a:schemeClr val="tx1"/>
                </a:solidFill>
                <a:latin typeface="Arial" pitchFamily="34" charset="0"/>
                <a:ea typeface="Tahoma" panose="020B0604030504040204" pitchFamily="34" charset="0"/>
                <a:cs typeface="Arial" pitchFamily="34" charset="0"/>
              </a:defRPr>
            </a:lvl2pPr>
            <a:lvl3pPr>
              <a:defRPr sz="2000">
                <a:solidFill>
                  <a:schemeClr val="tx1"/>
                </a:solidFill>
                <a:latin typeface="Arial" pitchFamily="34" charset="0"/>
                <a:ea typeface="Tahoma" panose="020B0604030504040204" pitchFamily="34" charset="0"/>
                <a:cs typeface="Arial" pitchFamily="34" charset="0"/>
              </a:defRPr>
            </a:lvl3pPr>
            <a:lvl4pPr>
              <a:defRPr sz="1800">
                <a:solidFill>
                  <a:schemeClr val="tx1"/>
                </a:solidFill>
                <a:latin typeface="Arial" pitchFamily="34" charset="0"/>
                <a:ea typeface="Tahoma" panose="020B0604030504040204" pitchFamily="34" charset="0"/>
                <a:cs typeface="Arial" pitchFamily="34" charset="0"/>
              </a:defRPr>
            </a:lvl4pPr>
            <a:lvl5pPr>
              <a:defRPr sz="1800">
                <a:solidFill>
                  <a:schemeClr val="tx1"/>
                </a:solidFill>
                <a:latin typeface="Arial" pitchFamily="34" charset="0"/>
                <a:ea typeface="Tahoma" panose="020B0604030504040204"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9" name="Slide Number Placeholder 5"/>
          <p:cNvSpPr>
            <a:spLocks noGrp="1"/>
          </p:cNvSpPr>
          <p:nvPr>
            <p:ph type="sldNum" sz="quarter" idx="12"/>
          </p:nvPr>
        </p:nvSpPr>
        <p:spPr>
          <a:xfrm>
            <a:off x="10261600" y="6356353"/>
            <a:ext cx="864096" cy="365125"/>
          </a:xfrm>
          <a:prstGeom prst="rect">
            <a:avLst/>
          </a:prstGeom>
        </p:spPr>
        <p:txBody>
          <a:bodyPr/>
          <a:lstStyle>
            <a:lvl1pPr algn="r">
              <a:defRPr>
                <a:solidFill>
                  <a:srgbClr val="666666"/>
                </a:solidFill>
                <a:latin typeface="Tahoma" panose="020B0604030504040204" pitchFamily="34" charset="0"/>
                <a:ea typeface="Tahoma" panose="020B0604030504040204" pitchFamily="34" charset="0"/>
                <a:cs typeface="Tahoma" panose="020B0604030504040204" pitchFamily="34" charset="0"/>
              </a:defRPr>
            </a:lvl1pPr>
          </a:lstStyle>
          <a:p>
            <a:fld id="{AD74A76B-B836-484A-AF51-E7D185AEA26F}" type="slidenum">
              <a:rPr lang="en-US" smtClean="0"/>
              <a:pPr/>
              <a:t>‹#›</a:t>
            </a:fld>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23216" y="6358812"/>
            <a:ext cx="462384" cy="346788"/>
          </a:xfrm>
          <a:prstGeom prst="rect">
            <a:avLst/>
          </a:prstGeom>
        </p:spPr>
      </p:pic>
    </p:spTree>
    <p:extLst>
      <p:ext uri="{BB962C8B-B14F-4D97-AF65-F5344CB8AC3E}">
        <p14:creationId xmlns:p14="http://schemas.microsoft.com/office/powerpoint/2010/main" val="2964295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_Tex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1389F8-9C8C-43D8-A1BE-8E81D7D001F3}"/>
              </a:ext>
            </a:extLst>
          </p:cNvPr>
          <p:cNvSpPr>
            <a:spLocks noGrp="1"/>
          </p:cNvSpPr>
          <p:nvPr>
            <p:ph type="title" idx="4294967295"/>
          </p:nvPr>
        </p:nvSpPr>
        <p:spPr>
          <a:xfrm>
            <a:off x="609601" y="365126"/>
            <a:ext cx="11151028" cy="1019058"/>
          </a:xfrm>
          <a:prstGeom prst="rect">
            <a:avLst/>
          </a:prstGeom>
        </p:spPr>
        <p:txBody>
          <a:bodyPr anchor="ctr">
            <a:normAutofit fontScale="90000"/>
          </a:bodyPr>
          <a:lstStyle>
            <a:lvl1pPr algn="l">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Arial" pitchFamily="34" charset="0"/>
                <a:ea typeface="Tahoma" panose="020B0604030504040204" pitchFamily="34" charset="0"/>
                <a:cs typeface="Arial" pitchFamily="34" charset="0"/>
              </a:defRPr>
            </a:lvl1pPr>
            <a:lvl2pPr>
              <a:defRPr sz="2400">
                <a:solidFill>
                  <a:schemeClr val="tx1"/>
                </a:solidFill>
                <a:latin typeface="Arial" pitchFamily="34" charset="0"/>
                <a:ea typeface="Tahoma" panose="020B0604030504040204" pitchFamily="34" charset="0"/>
                <a:cs typeface="Arial" pitchFamily="34" charset="0"/>
              </a:defRPr>
            </a:lvl2pPr>
            <a:lvl3pPr>
              <a:defRPr sz="2000">
                <a:solidFill>
                  <a:schemeClr val="tx1"/>
                </a:solidFill>
                <a:latin typeface="Arial" pitchFamily="34" charset="0"/>
                <a:ea typeface="Tahoma" panose="020B0604030504040204" pitchFamily="34" charset="0"/>
                <a:cs typeface="Arial" pitchFamily="34" charset="0"/>
              </a:defRPr>
            </a:lvl3pPr>
            <a:lvl4pPr>
              <a:defRPr sz="1800">
                <a:solidFill>
                  <a:schemeClr val="tx1"/>
                </a:solidFill>
                <a:latin typeface="Arial" pitchFamily="34" charset="0"/>
                <a:ea typeface="Tahoma" panose="020B0604030504040204" pitchFamily="34" charset="0"/>
                <a:cs typeface="Arial" pitchFamily="34" charset="0"/>
              </a:defRPr>
            </a:lvl4pPr>
            <a:lvl5pPr>
              <a:defRPr sz="1800">
                <a:solidFill>
                  <a:schemeClr val="tx1"/>
                </a:solidFill>
                <a:latin typeface="Arial" pitchFamily="34" charset="0"/>
                <a:ea typeface="Tahoma" panose="020B0604030504040204"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9" name="Slide Number Placeholder 5"/>
          <p:cNvSpPr>
            <a:spLocks noGrp="1"/>
          </p:cNvSpPr>
          <p:nvPr>
            <p:ph type="sldNum" sz="quarter" idx="12"/>
          </p:nvPr>
        </p:nvSpPr>
        <p:spPr>
          <a:xfrm>
            <a:off x="10261600" y="6356353"/>
            <a:ext cx="864096" cy="365125"/>
          </a:xfrm>
          <a:prstGeom prst="rect">
            <a:avLst/>
          </a:prstGeom>
        </p:spPr>
        <p:txBody>
          <a:bodyPr/>
          <a:lstStyle>
            <a:lvl1pPr algn="r">
              <a:defRPr>
                <a:solidFill>
                  <a:srgbClr val="666666"/>
                </a:solidFill>
                <a:latin typeface="Tahoma" panose="020B0604030504040204" pitchFamily="34" charset="0"/>
                <a:ea typeface="Tahoma" panose="020B0604030504040204" pitchFamily="34" charset="0"/>
                <a:cs typeface="Tahoma" panose="020B0604030504040204" pitchFamily="34" charset="0"/>
              </a:defRPr>
            </a:lvl1pPr>
          </a:lstStyle>
          <a:p>
            <a:fld id="{AD74A76B-B836-484A-AF51-E7D185AEA26F}" type="slidenum">
              <a:rPr lang="en-US" smtClean="0"/>
              <a:pPr/>
              <a:t>‹#›</a:t>
            </a:fld>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23216" y="6358812"/>
            <a:ext cx="462384" cy="346788"/>
          </a:xfrm>
          <a:prstGeom prst="rect">
            <a:avLst/>
          </a:prstGeom>
        </p:spPr>
      </p:pic>
    </p:spTree>
    <p:extLst>
      <p:ext uri="{BB962C8B-B14F-4D97-AF65-F5344CB8AC3E}">
        <p14:creationId xmlns:p14="http://schemas.microsoft.com/office/powerpoint/2010/main" val="3432078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8_Tex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1389F8-9C8C-43D8-A1BE-8E81D7D001F3}"/>
              </a:ext>
            </a:extLst>
          </p:cNvPr>
          <p:cNvSpPr>
            <a:spLocks noGrp="1"/>
          </p:cNvSpPr>
          <p:nvPr>
            <p:ph type="title" idx="4294967295"/>
          </p:nvPr>
        </p:nvSpPr>
        <p:spPr>
          <a:xfrm>
            <a:off x="609601" y="365126"/>
            <a:ext cx="11151028" cy="1019058"/>
          </a:xfrm>
          <a:prstGeom prst="rect">
            <a:avLst/>
          </a:prstGeom>
        </p:spPr>
        <p:txBody>
          <a:bodyPr anchor="ctr">
            <a:normAutofit fontScale="90000"/>
          </a:bodyPr>
          <a:lstStyle>
            <a:lvl1pPr algn="l">
              <a:defRPr b="0" baseline="0">
                <a:solidFill>
                  <a:schemeClr val="tx1"/>
                </a:solidFill>
              </a:defRPr>
            </a:lvl1pPr>
          </a:lstStyle>
          <a:p>
            <a:r>
              <a:rPr lang="en-US" sz="4000" b="1">
                <a:latin typeface="Arial" panose="020B0604020202020204" pitchFamily="34" charset="0"/>
                <a:cs typeface="Arial" panose="020B0604020202020204" pitchFamily="34" charset="0"/>
              </a:rPr>
              <a:t>Click to edit Master title style</a:t>
            </a:r>
            <a:endParaRPr lang="en-US" sz="4000" b="1" dirty="0">
              <a:latin typeface="Arial" panose="020B0604020202020204" pitchFamily="34" charset="0"/>
              <a:cs typeface="Arial" panose="020B0604020202020204" pitchFamily="34" charset="0"/>
            </a:endParaRPr>
          </a:p>
        </p:txBody>
      </p:sp>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Arial" pitchFamily="34" charset="0"/>
                <a:ea typeface="Tahoma" panose="020B0604030504040204" pitchFamily="34" charset="0"/>
                <a:cs typeface="Arial" pitchFamily="34" charset="0"/>
              </a:defRPr>
            </a:lvl1pPr>
            <a:lvl2pPr>
              <a:defRPr sz="2400">
                <a:solidFill>
                  <a:schemeClr val="tx1"/>
                </a:solidFill>
                <a:latin typeface="Arial" pitchFamily="34" charset="0"/>
                <a:ea typeface="Tahoma" panose="020B0604030504040204" pitchFamily="34" charset="0"/>
                <a:cs typeface="Arial" pitchFamily="34" charset="0"/>
              </a:defRPr>
            </a:lvl2pPr>
            <a:lvl3pPr>
              <a:defRPr sz="2000">
                <a:solidFill>
                  <a:schemeClr val="tx1"/>
                </a:solidFill>
                <a:latin typeface="Arial" pitchFamily="34" charset="0"/>
                <a:ea typeface="Tahoma" panose="020B0604030504040204" pitchFamily="34" charset="0"/>
                <a:cs typeface="Arial" pitchFamily="34" charset="0"/>
              </a:defRPr>
            </a:lvl3pPr>
            <a:lvl4pPr>
              <a:defRPr sz="1800">
                <a:solidFill>
                  <a:schemeClr val="tx1"/>
                </a:solidFill>
                <a:latin typeface="Arial" pitchFamily="34" charset="0"/>
                <a:ea typeface="Tahoma" panose="020B0604030504040204" pitchFamily="34" charset="0"/>
                <a:cs typeface="Arial" pitchFamily="34" charset="0"/>
              </a:defRPr>
            </a:lvl4pPr>
            <a:lvl5pPr>
              <a:defRPr sz="1800">
                <a:solidFill>
                  <a:schemeClr val="tx1"/>
                </a:solidFill>
                <a:latin typeface="Arial" pitchFamily="34" charset="0"/>
                <a:ea typeface="Tahoma" panose="020B0604030504040204"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9" name="Slide Number Placeholder 5"/>
          <p:cNvSpPr>
            <a:spLocks noGrp="1"/>
          </p:cNvSpPr>
          <p:nvPr>
            <p:ph type="sldNum" sz="quarter" idx="12"/>
          </p:nvPr>
        </p:nvSpPr>
        <p:spPr>
          <a:xfrm>
            <a:off x="10261600" y="6356353"/>
            <a:ext cx="864096" cy="365125"/>
          </a:xfrm>
          <a:prstGeom prst="rect">
            <a:avLst/>
          </a:prstGeom>
        </p:spPr>
        <p:txBody>
          <a:bodyPr/>
          <a:lstStyle>
            <a:lvl1pPr algn="r">
              <a:defRPr>
                <a:solidFill>
                  <a:srgbClr val="666666"/>
                </a:solidFill>
                <a:latin typeface="Tahoma" panose="020B0604030504040204" pitchFamily="34" charset="0"/>
                <a:ea typeface="Tahoma" panose="020B0604030504040204" pitchFamily="34" charset="0"/>
                <a:cs typeface="Tahoma" panose="020B0604030504040204" pitchFamily="34" charset="0"/>
              </a:defRPr>
            </a:lvl1pPr>
          </a:lstStyle>
          <a:p>
            <a:fld id="{AD74A76B-B836-484A-AF51-E7D185AEA26F}" type="slidenum">
              <a:rPr lang="en-US" smtClean="0"/>
              <a:pPr/>
              <a:t>‹#›</a:t>
            </a:fld>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23216" y="6358812"/>
            <a:ext cx="462384" cy="346788"/>
          </a:xfrm>
          <a:prstGeom prst="rect">
            <a:avLst/>
          </a:prstGeom>
        </p:spPr>
      </p:pic>
    </p:spTree>
    <p:extLst>
      <p:ext uri="{BB962C8B-B14F-4D97-AF65-F5344CB8AC3E}">
        <p14:creationId xmlns:p14="http://schemas.microsoft.com/office/powerpoint/2010/main" val="8343403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Pavadinimas ir turiny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95733" y="116632"/>
            <a:ext cx="8064896" cy="1498178"/>
          </a:xfrm>
          <a:prstGeom prst="rect">
            <a:avLst/>
          </a:prstGeom>
        </p:spPr>
        <p:txBody>
          <a:bodyPr anchor="ctr"/>
          <a:lstStyle>
            <a:lvl1pPr algn="l">
              <a:defRPr>
                <a:solidFill>
                  <a:srgbClr val="003A6C"/>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lt-LT" dirty="0"/>
          </a:p>
        </p:txBody>
      </p:sp>
      <p:sp>
        <p:nvSpPr>
          <p:cNvPr id="3"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Tahoma" panose="020B0604030504040204" pitchFamily="34" charset="0"/>
                <a:ea typeface="Tahoma" panose="020B0604030504040204" pitchFamily="34" charset="0"/>
                <a:cs typeface="Tahoma" panose="020B0604030504040204" pitchFamily="34" charset="0"/>
              </a:defRPr>
            </a:lvl1pPr>
            <a:lvl2pPr>
              <a:defRPr sz="2400">
                <a:solidFill>
                  <a:schemeClr val="tx1"/>
                </a:solidFill>
                <a:latin typeface="Tahoma" panose="020B0604030504040204" pitchFamily="34" charset="0"/>
                <a:ea typeface="Tahoma" panose="020B0604030504040204" pitchFamily="34" charset="0"/>
                <a:cs typeface="Tahoma" panose="020B0604030504040204" pitchFamily="34" charset="0"/>
              </a:defRPr>
            </a:lvl2pPr>
            <a:lvl3pPr>
              <a:defRPr sz="2000">
                <a:solidFill>
                  <a:schemeClr val="tx1"/>
                </a:solidFill>
                <a:latin typeface="Tahoma" panose="020B0604030504040204" pitchFamily="34" charset="0"/>
                <a:ea typeface="Tahoma" panose="020B0604030504040204" pitchFamily="34" charset="0"/>
                <a:cs typeface="Tahoma" panose="020B0604030504040204" pitchFamily="34" charset="0"/>
              </a:defRPr>
            </a:lvl3pPr>
            <a:lvl4pPr>
              <a:defRPr sz="1800">
                <a:solidFill>
                  <a:schemeClr val="tx1"/>
                </a:solidFill>
                <a:latin typeface="Tahoma" panose="020B0604030504040204" pitchFamily="34" charset="0"/>
                <a:ea typeface="Tahoma" panose="020B0604030504040204" pitchFamily="34" charset="0"/>
                <a:cs typeface="Tahoma" panose="020B0604030504040204" pitchFamily="34" charset="0"/>
              </a:defRPr>
            </a:lvl4pPr>
            <a:lvl5pPr>
              <a:defRPr sz="1800">
                <a:solidFill>
                  <a:schemeClr val="tx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5" name="Footer Placeholder 4"/>
          <p:cNvSpPr>
            <a:spLocks noGrp="1"/>
          </p:cNvSpPr>
          <p:nvPr>
            <p:ph type="ftr" sz="quarter" idx="11"/>
          </p:nvPr>
        </p:nvSpPr>
        <p:spPr>
          <a:xfrm>
            <a:off x="623392" y="6356351"/>
            <a:ext cx="10177131" cy="365125"/>
          </a:xfrm>
          <a:prstGeom prst="rect">
            <a:avLst/>
          </a:prstGeom>
        </p:spPr>
        <p:txBody>
          <a:bodyPr/>
          <a:lstStyle>
            <a:lvl1pPr>
              <a:defRPr>
                <a:solidFill>
                  <a:srgbClr val="666666"/>
                </a:solidFill>
                <a:latin typeface="Arial" pitchFamily="34" charset="0"/>
                <a:cs typeface="Arial" pitchFamily="34" charset="0"/>
              </a:defRPr>
            </a:lvl1pPr>
          </a:lstStyle>
          <a:p>
            <a:r>
              <a:rPr lang="lt-LT"/>
              <a:t>Fusszeile</a:t>
            </a:r>
          </a:p>
        </p:txBody>
      </p:sp>
      <p:sp>
        <p:nvSpPr>
          <p:cNvPr id="6" name="Slide Number Placeholder 5"/>
          <p:cNvSpPr>
            <a:spLocks noGrp="1"/>
          </p:cNvSpPr>
          <p:nvPr>
            <p:ph type="sldNum" sz="quarter" idx="12"/>
          </p:nvPr>
        </p:nvSpPr>
        <p:spPr>
          <a:xfrm>
            <a:off x="10896533" y="6356351"/>
            <a:ext cx="864096" cy="365125"/>
          </a:xfrm>
          <a:prstGeom prst="rect">
            <a:avLst/>
          </a:prstGeom>
        </p:spPr>
        <p:txBody>
          <a:bodyPr/>
          <a:lstStyle>
            <a:lvl1pPr>
              <a:defRPr>
                <a:solidFill>
                  <a:srgbClr val="666666"/>
                </a:solidFill>
                <a:latin typeface="Arial" pitchFamily="34" charset="0"/>
                <a:cs typeface="Arial" pitchFamily="34" charset="0"/>
              </a:defRPr>
            </a:lvl1pPr>
          </a:lstStyle>
          <a:p>
            <a:fld id="{1F94EF19-F46D-4F2B-A70D-0E26545C9841}" type="slidenum">
              <a:rPr lang="lt-LT" smtClean="0"/>
              <a:t>‹#›</a:t>
            </a:fld>
            <a:endParaRPr lang="lt-LT"/>
          </a:p>
        </p:txBody>
      </p:sp>
    </p:spTree>
    <p:extLst>
      <p:ext uri="{BB962C8B-B14F-4D97-AF65-F5344CB8AC3E}">
        <p14:creationId xmlns:p14="http://schemas.microsoft.com/office/powerpoint/2010/main" val="739891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Pavadinimas, turinys ir tekstas">
    <p:spTree>
      <p:nvGrpSpPr>
        <p:cNvPr id="1" name=""/>
        <p:cNvGrpSpPr/>
        <p:nvPr/>
      </p:nvGrpSpPr>
      <p:grpSpPr>
        <a:xfrm>
          <a:off x="0" y="0"/>
          <a:ext cx="0" cy="0"/>
          <a:chOff x="0" y="0"/>
          <a:chExt cx="0" cy="0"/>
        </a:xfrm>
      </p:grpSpPr>
      <p:sp>
        <p:nvSpPr>
          <p:cNvPr id="2" name="Antraštė 1"/>
          <p:cNvSpPr>
            <a:spLocks noGrp="1"/>
          </p:cNvSpPr>
          <p:nvPr>
            <p:ph type="title"/>
          </p:nvPr>
        </p:nvSpPr>
        <p:spPr>
          <a:xfrm>
            <a:off x="1826684" y="301625"/>
            <a:ext cx="9751483" cy="1143000"/>
          </a:xfrm>
          <a:prstGeom prst="rect">
            <a:avLst/>
          </a:prstGeom>
        </p:spPr>
        <p:txBody>
          <a:bodyPr/>
          <a:lstStyle/>
          <a:p>
            <a:r>
              <a:rPr lang="lt-LT"/>
              <a:t>Spustelėję redag. ruoš. pavad. stilių</a:t>
            </a:r>
          </a:p>
        </p:txBody>
      </p:sp>
      <p:sp>
        <p:nvSpPr>
          <p:cNvPr id="3" name="Turinio vietos rezervavimo ženklas 2"/>
          <p:cNvSpPr>
            <a:spLocks noGrp="1"/>
          </p:cNvSpPr>
          <p:nvPr>
            <p:ph sz="half" idx="1"/>
          </p:nvPr>
        </p:nvSpPr>
        <p:spPr>
          <a:xfrm>
            <a:off x="1826684" y="1827213"/>
            <a:ext cx="4773083" cy="4114800"/>
          </a:xfrm>
          <a:prstGeom prst="rect">
            <a:avLst/>
          </a:prstGeom>
        </p:spPr>
        <p:txBody>
          <a:bodyPr/>
          <a:lstStyle/>
          <a:p>
            <a:pPr lvl="0"/>
            <a:r>
              <a:rPr lang="lt-LT"/>
              <a:t>Spustelėję redag. ruoš. teksto stilių</a:t>
            </a:r>
          </a:p>
          <a:p>
            <a:pPr lvl="1"/>
            <a:r>
              <a:rPr lang="lt-LT"/>
              <a:t>Antras lygmuo</a:t>
            </a:r>
          </a:p>
          <a:p>
            <a:pPr lvl="2"/>
            <a:r>
              <a:rPr lang="lt-LT"/>
              <a:t>Trečias lygmuo</a:t>
            </a:r>
          </a:p>
          <a:p>
            <a:pPr lvl="3"/>
            <a:r>
              <a:rPr lang="lt-LT"/>
              <a:t>Ketvirtas lygmuo</a:t>
            </a:r>
          </a:p>
          <a:p>
            <a:pPr lvl="4"/>
            <a:r>
              <a:rPr lang="lt-LT"/>
              <a:t>Penktas lygmuo</a:t>
            </a:r>
          </a:p>
        </p:txBody>
      </p:sp>
      <p:sp>
        <p:nvSpPr>
          <p:cNvPr id="4" name="Teksto vietos rezervavimo ženklas 3"/>
          <p:cNvSpPr>
            <a:spLocks noGrp="1"/>
          </p:cNvSpPr>
          <p:nvPr>
            <p:ph type="body" sz="half" idx="2"/>
          </p:nvPr>
        </p:nvSpPr>
        <p:spPr>
          <a:xfrm>
            <a:off x="6802967" y="1827213"/>
            <a:ext cx="4775200" cy="4114800"/>
          </a:xfrm>
          <a:prstGeom prst="rect">
            <a:avLst/>
          </a:prstGeom>
        </p:spPr>
        <p:txBody>
          <a:bodyPr/>
          <a:lstStyle/>
          <a:p>
            <a:pPr lvl="0"/>
            <a:r>
              <a:rPr lang="lt-LT"/>
              <a:t>Spustelėję redag. ruoš. teksto stilių</a:t>
            </a:r>
          </a:p>
          <a:p>
            <a:pPr lvl="1"/>
            <a:r>
              <a:rPr lang="lt-LT"/>
              <a:t>Antras lygmuo</a:t>
            </a:r>
          </a:p>
          <a:p>
            <a:pPr lvl="2"/>
            <a:r>
              <a:rPr lang="lt-LT"/>
              <a:t>Trečias lygmuo</a:t>
            </a:r>
          </a:p>
          <a:p>
            <a:pPr lvl="3"/>
            <a:r>
              <a:rPr lang="lt-LT"/>
              <a:t>Ketvirtas lygmuo</a:t>
            </a:r>
          </a:p>
          <a:p>
            <a:pPr lvl="4"/>
            <a:r>
              <a:rPr lang="lt-LT"/>
              <a:t>Penktas lygmuo</a:t>
            </a:r>
          </a:p>
        </p:txBody>
      </p:sp>
      <p:sp>
        <p:nvSpPr>
          <p:cNvPr id="5" name="Datos vietos rezervavimo ženklas 4"/>
          <p:cNvSpPr>
            <a:spLocks noGrp="1"/>
          </p:cNvSpPr>
          <p:nvPr>
            <p:ph type="dt" sz="half" idx="10"/>
          </p:nvPr>
        </p:nvSpPr>
        <p:spPr>
          <a:xfrm>
            <a:off x="609600" y="6248400"/>
            <a:ext cx="2844800" cy="457200"/>
          </a:xfrm>
          <a:prstGeom prst="rect">
            <a:avLst/>
          </a:prstGeom>
        </p:spPr>
        <p:txBody>
          <a:bodyPr/>
          <a:lstStyle>
            <a:lvl1pPr>
              <a:defRPr/>
            </a:lvl1pPr>
          </a:lstStyle>
          <a:p>
            <a:fld id="{F2C419BC-B39A-48A1-B255-32BDDB378389}" type="datetime1">
              <a:rPr lang="de-AT" altLang="lt-LT" smtClean="0"/>
              <a:t>20.01.2026</a:t>
            </a:fld>
            <a:endParaRPr lang="en-US" altLang="lt-LT"/>
          </a:p>
        </p:txBody>
      </p:sp>
      <p:sp>
        <p:nvSpPr>
          <p:cNvPr id="6" name="Poraštės vietos rezervavimo ženklas 5"/>
          <p:cNvSpPr>
            <a:spLocks noGrp="1"/>
          </p:cNvSpPr>
          <p:nvPr>
            <p:ph type="ftr" sz="quarter" idx="11"/>
          </p:nvPr>
        </p:nvSpPr>
        <p:spPr>
          <a:xfrm>
            <a:off x="4165600" y="6248400"/>
            <a:ext cx="3860800" cy="457200"/>
          </a:xfrm>
          <a:prstGeom prst="rect">
            <a:avLst/>
          </a:prstGeom>
        </p:spPr>
        <p:txBody>
          <a:bodyPr/>
          <a:lstStyle>
            <a:lvl1pPr>
              <a:defRPr/>
            </a:lvl1pPr>
          </a:lstStyle>
          <a:p>
            <a:r>
              <a:rPr lang="en-US" altLang="lt-LT"/>
              <a:t>Fusszeile</a:t>
            </a:r>
          </a:p>
        </p:txBody>
      </p:sp>
      <p:sp>
        <p:nvSpPr>
          <p:cNvPr id="7" name="Skaidrės numerio vietos rezervavimo ženklas 6"/>
          <p:cNvSpPr>
            <a:spLocks noGrp="1"/>
          </p:cNvSpPr>
          <p:nvPr>
            <p:ph type="sldNum" sz="quarter" idx="12"/>
          </p:nvPr>
        </p:nvSpPr>
        <p:spPr>
          <a:xfrm>
            <a:off x="8737600" y="6248400"/>
            <a:ext cx="2844800" cy="457200"/>
          </a:xfrm>
          <a:prstGeom prst="rect">
            <a:avLst/>
          </a:prstGeom>
        </p:spPr>
        <p:txBody>
          <a:bodyPr/>
          <a:lstStyle>
            <a:lvl1pPr>
              <a:defRPr/>
            </a:lvl1pPr>
          </a:lstStyle>
          <a:p>
            <a:fld id="{49E9A490-4905-4CF0-9E3B-591216239141}" type="slidenum">
              <a:rPr lang="en-US" altLang="lt-LT"/>
              <a:pPr/>
              <a:t>‹#›</a:t>
            </a:fld>
            <a:endParaRPr lang="en-US" altLang="lt-LT"/>
          </a:p>
        </p:txBody>
      </p:sp>
    </p:spTree>
    <p:extLst>
      <p:ext uri="{BB962C8B-B14F-4D97-AF65-F5344CB8AC3E}">
        <p14:creationId xmlns:p14="http://schemas.microsoft.com/office/powerpoint/2010/main" val="420378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Du turinia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95733" y="116633"/>
            <a:ext cx="8064896" cy="1494811"/>
          </a:xfrm>
          <a:prstGeom prst="rect">
            <a:avLst/>
          </a:prstGeom>
        </p:spPr>
        <p:txBody>
          <a:bodyPr anchor="ctr"/>
          <a:lstStyle>
            <a:lvl1pPr algn="l">
              <a:defRPr>
                <a:solidFill>
                  <a:srgbClr val="003A6C"/>
                </a:solidFill>
              </a:defRPr>
            </a:lvl1pPr>
          </a:lstStyle>
          <a:p>
            <a:r>
              <a:rPr lang="en-US"/>
              <a:t>Click to edit Master title style</a:t>
            </a:r>
            <a:endParaRPr lang="lt-LT" dirty="0"/>
          </a:p>
        </p:txBody>
      </p:sp>
      <p:sp>
        <p:nvSpPr>
          <p:cNvPr id="3" name="Content Placeholder 2"/>
          <p:cNvSpPr>
            <a:spLocks noGrp="1"/>
          </p:cNvSpPr>
          <p:nvPr>
            <p:ph sz="half" idx="1"/>
          </p:nvPr>
        </p:nvSpPr>
        <p:spPr>
          <a:xfrm>
            <a:off x="609600" y="1700808"/>
            <a:ext cx="5582411" cy="4608512"/>
          </a:xfrm>
          <a:prstGeom prst="rect">
            <a:avLst/>
          </a:prstGeo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4" name="Content Placeholder 3"/>
          <p:cNvSpPr>
            <a:spLocks noGrp="1"/>
          </p:cNvSpPr>
          <p:nvPr>
            <p:ph sz="half" idx="2"/>
          </p:nvPr>
        </p:nvSpPr>
        <p:spPr>
          <a:xfrm>
            <a:off x="6279819" y="1700808"/>
            <a:ext cx="5480811" cy="4608512"/>
          </a:xfrm>
          <a:prstGeom prst="rect">
            <a:avLst/>
          </a:prstGeo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6" name="Footer Placeholder 5"/>
          <p:cNvSpPr>
            <a:spLocks noGrp="1"/>
          </p:cNvSpPr>
          <p:nvPr>
            <p:ph type="ftr" sz="quarter" idx="11"/>
          </p:nvPr>
        </p:nvSpPr>
        <p:spPr>
          <a:xfrm>
            <a:off x="623392" y="6356351"/>
            <a:ext cx="10177131" cy="365125"/>
          </a:xfrm>
          <a:prstGeom prst="rect">
            <a:avLst/>
          </a:prstGeom>
        </p:spPr>
        <p:txBody>
          <a:bodyPr/>
          <a:lstStyle>
            <a:lvl1pPr>
              <a:defRPr>
                <a:solidFill>
                  <a:srgbClr val="666666"/>
                </a:solidFill>
                <a:latin typeface="Arial" pitchFamily="34" charset="0"/>
                <a:cs typeface="Arial" pitchFamily="34" charset="0"/>
              </a:defRPr>
            </a:lvl1pPr>
          </a:lstStyle>
          <a:p>
            <a:r>
              <a:rPr lang="lt-LT"/>
              <a:t>Fusszeile</a:t>
            </a:r>
          </a:p>
        </p:txBody>
      </p:sp>
      <p:sp>
        <p:nvSpPr>
          <p:cNvPr id="7" name="Slide Number Placeholder 6"/>
          <p:cNvSpPr>
            <a:spLocks noGrp="1"/>
          </p:cNvSpPr>
          <p:nvPr>
            <p:ph type="sldNum" sz="quarter" idx="12"/>
          </p:nvPr>
        </p:nvSpPr>
        <p:spPr>
          <a:xfrm>
            <a:off x="10896533" y="6356351"/>
            <a:ext cx="864096" cy="365125"/>
          </a:xfrm>
          <a:prstGeom prst="rect">
            <a:avLst/>
          </a:prstGeom>
        </p:spPr>
        <p:txBody>
          <a:bodyPr/>
          <a:lstStyle>
            <a:lvl1pPr>
              <a:defRPr>
                <a:solidFill>
                  <a:srgbClr val="666666"/>
                </a:solidFill>
                <a:latin typeface="Arial" pitchFamily="34" charset="0"/>
                <a:cs typeface="Arial" pitchFamily="34" charset="0"/>
              </a:defRPr>
            </a:lvl1pPr>
          </a:lstStyle>
          <a:p>
            <a:fld id="{1F94EF19-F46D-4F2B-A70D-0E26545C9841}" type="slidenum">
              <a:rPr lang="lt-LT" smtClean="0"/>
              <a:t>‹#›</a:t>
            </a:fld>
            <a:endParaRPr lang="lt-LT"/>
          </a:p>
        </p:txBody>
      </p:sp>
    </p:spTree>
    <p:extLst>
      <p:ext uri="{BB962C8B-B14F-4D97-AF65-F5344CB8AC3E}">
        <p14:creationId xmlns:p14="http://schemas.microsoft.com/office/powerpoint/2010/main" val="1615716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616540" y="2323189"/>
            <a:ext cx="5280000" cy="3921401"/>
          </a:xfrm>
        </p:spPr>
        <p:txBody>
          <a:bodyPr>
            <a:normAutofit/>
          </a:bodyPr>
          <a:lstStyle>
            <a:lvl1pPr>
              <a:defRPr sz="1920"/>
            </a:lvl1pPr>
            <a:lvl2pPr>
              <a:defRPr sz="1800"/>
            </a:lvl2pPr>
            <a:lvl3pPr>
              <a:defRPr sz="1440"/>
            </a:lvl3pPr>
            <a:lvl4pPr>
              <a:defRPr sz="1320"/>
            </a:lvl4pPr>
            <a:lvl5pPr>
              <a:defRPr sz="1320"/>
            </a:lvl5pPr>
            <a:lvl6pPr>
              <a:defRPr sz="2160"/>
            </a:lvl6pPr>
            <a:lvl7pPr>
              <a:defRPr sz="2160"/>
            </a:lvl7pPr>
            <a:lvl8pPr>
              <a:defRPr sz="2160"/>
            </a:lvl8pPr>
            <a:lvl9pPr>
              <a:defRPr sz="2160"/>
            </a:lvl9pPr>
          </a:lstStyle>
          <a:p>
            <a:pPr lvl="0"/>
            <a:r>
              <a:rPr lang="de-AT" dirty="0"/>
              <a:t>Textmasterformat bearbeiten</a:t>
            </a:r>
          </a:p>
          <a:p>
            <a:pPr lvl="1"/>
            <a:r>
              <a:rPr lang="de-AT" dirty="0"/>
              <a:t>Zweite Ebene</a:t>
            </a:r>
          </a:p>
          <a:p>
            <a:pPr lvl="2"/>
            <a:r>
              <a:rPr lang="de-AT" dirty="0"/>
              <a:t>Dritte Ebene</a:t>
            </a:r>
          </a:p>
        </p:txBody>
      </p:sp>
      <p:sp>
        <p:nvSpPr>
          <p:cNvPr id="4" name="Inhaltsplatzhalter 3"/>
          <p:cNvSpPr>
            <a:spLocks noGrp="1"/>
          </p:cNvSpPr>
          <p:nvPr>
            <p:ph sz="half" idx="2" hasCustomPrompt="1"/>
          </p:nvPr>
        </p:nvSpPr>
        <p:spPr>
          <a:xfrm>
            <a:off x="6287584" y="2323189"/>
            <a:ext cx="5280000" cy="3921401"/>
          </a:xfrm>
        </p:spPr>
        <p:txBody>
          <a:bodyPr>
            <a:normAutofit/>
          </a:bodyPr>
          <a:lstStyle>
            <a:lvl1pPr>
              <a:defRPr sz="1920"/>
            </a:lvl1pPr>
            <a:lvl2pPr>
              <a:defRPr sz="1800"/>
            </a:lvl2pPr>
            <a:lvl3pPr>
              <a:defRPr sz="1440"/>
            </a:lvl3pPr>
            <a:lvl4pPr>
              <a:defRPr sz="1320"/>
            </a:lvl4pPr>
            <a:lvl5pPr>
              <a:defRPr sz="1320"/>
            </a:lvl5pPr>
            <a:lvl6pPr>
              <a:defRPr sz="2160"/>
            </a:lvl6pPr>
            <a:lvl7pPr>
              <a:defRPr sz="2160"/>
            </a:lvl7pPr>
            <a:lvl8pPr>
              <a:defRPr sz="2160"/>
            </a:lvl8pPr>
            <a:lvl9pPr>
              <a:defRPr sz="2160"/>
            </a:lvl9pPr>
          </a:lstStyle>
          <a:p>
            <a:pPr lvl="0"/>
            <a:r>
              <a:rPr lang="de-AT" dirty="0"/>
              <a:t>Textmasterformat bearbeiten</a:t>
            </a:r>
          </a:p>
          <a:p>
            <a:pPr lvl="1"/>
            <a:r>
              <a:rPr lang="de-AT" dirty="0"/>
              <a:t>Zweite Ebene</a:t>
            </a:r>
          </a:p>
          <a:p>
            <a:pPr lvl="2"/>
            <a:r>
              <a:rPr lang="de-AT" dirty="0"/>
              <a:t>Dritte Ebene</a:t>
            </a:r>
          </a:p>
        </p:txBody>
      </p:sp>
      <p:sp>
        <p:nvSpPr>
          <p:cNvPr id="8" name="Textplatzhalter 2"/>
          <p:cNvSpPr>
            <a:spLocks noGrp="1"/>
          </p:cNvSpPr>
          <p:nvPr>
            <p:ph type="body" idx="13" hasCustomPrompt="1"/>
          </p:nvPr>
        </p:nvSpPr>
        <p:spPr bwMode="gray">
          <a:xfrm>
            <a:off x="624420" y="1613536"/>
            <a:ext cx="5281081" cy="639763"/>
          </a:xfrm>
          <a:solidFill>
            <a:srgbClr val="CBDDEF"/>
          </a:solidFill>
          <a:ln>
            <a:solidFill>
              <a:schemeClr val="bg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110479" indent="0">
              <a:buNone/>
              <a:tabLst/>
              <a:defRPr sz="2160" b="1" baseline="0">
                <a:solidFill>
                  <a:schemeClr val="tx1"/>
                </a:solidFill>
                <a:latin typeface="+mj-lt"/>
              </a:defRPr>
            </a:lvl1pPr>
            <a:lvl2pPr marL="548584" indent="0">
              <a:buNone/>
              <a:defRPr sz="2400" b="1"/>
            </a:lvl2pPr>
            <a:lvl3pPr marL="1097167" indent="0">
              <a:buNone/>
              <a:defRPr sz="2160" b="1"/>
            </a:lvl3pPr>
            <a:lvl4pPr marL="1645752" indent="0">
              <a:buNone/>
              <a:defRPr sz="1920" b="1"/>
            </a:lvl4pPr>
            <a:lvl5pPr marL="2194336" indent="0">
              <a:buNone/>
              <a:defRPr sz="1920" b="1"/>
            </a:lvl5pPr>
            <a:lvl6pPr marL="2742920" indent="0">
              <a:buNone/>
              <a:defRPr sz="1920" b="1"/>
            </a:lvl6pPr>
            <a:lvl7pPr marL="3291504" indent="0">
              <a:buNone/>
              <a:defRPr sz="1920" b="1"/>
            </a:lvl7pPr>
            <a:lvl8pPr marL="3840088" indent="0">
              <a:buNone/>
              <a:defRPr sz="1920" b="1"/>
            </a:lvl8pPr>
            <a:lvl9pPr marL="4388672" indent="0">
              <a:buNone/>
              <a:defRPr sz="1920" b="1"/>
            </a:lvl9pPr>
          </a:lstStyle>
          <a:p>
            <a:pPr lvl="0"/>
            <a:r>
              <a:rPr lang="de-AT" dirty="0"/>
              <a:t>Text hier einfügen</a:t>
            </a:r>
          </a:p>
        </p:txBody>
      </p:sp>
      <p:sp>
        <p:nvSpPr>
          <p:cNvPr id="5" name="Datumsplatzhalter 4"/>
          <p:cNvSpPr>
            <a:spLocks noGrp="1"/>
          </p:cNvSpPr>
          <p:nvPr>
            <p:ph type="dt" sz="half" idx="14"/>
          </p:nvPr>
        </p:nvSpPr>
        <p:spPr/>
        <p:txBody>
          <a:bodyPr/>
          <a:lstStyle/>
          <a:p>
            <a:fld id="{9E967127-0F21-4B59-A911-E6707CF42E6B}" type="datetime1">
              <a:rPr lang="de-AT" smtClean="0"/>
              <a:t>20.01.2026</a:t>
            </a:fld>
            <a:endParaRPr lang="de-AT" dirty="0"/>
          </a:p>
        </p:txBody>
      </p:sp>
      <p:sp>
        <p:nvSpPr>
          <p:cNvPr id="11" name="Fußzeilenplatzhalter 10"/>
          <p:cNvSpPr>
            <a:spLocks noGrp="1"/>
          </p:cNvSpPr>
          <p:nvPr>
            <p:ph type="ftr" sz="quarter" idx="15"/>
          </p:nvPr>
        </p:nvSpPr>
        <p:spPr>
          <a:xfrm>
            <a:off x="1806082" y="6494471"/>
            <a:ext cx="4289924" cy="309702"/>
          </a:xfrm>
          <a:prstGeom prst="rect">
            <a:avLst/>
          </a:prstGeom>
        </p:spPr>
        <p:txBody>
          <a:bodyPr/>
          <a:lstStyle/>
          <a:p>
            <a:r>
              <a:rPr lang="de-AT"/>
              <a:t>Fusszeile</a:t>
            </a:r>
            <a:endParaRPr lang="de-AT" dirty="0"/>
          </a:p>
        </p:txBody>
      </p:sp>
      <p:sp>
        <p:nvSpPr>
          <p:cNvPr id="12" name="Foliennummernplatzhalter 11"/>
          <p:cNvSpPr>
            <a:spLocks noGrp="1"/>
          </p:cNvSpPr>
          <p:nvPr>
            <p:ph type="sldNum" sz="quarter" idx="16"/>
          </p:nvPr>
        </p:nvSpPr>
        <p:spPr/>
        <p:txBody>
          <a:bodyPr/>
          <a:lstStyle/>
          <a:p>
            <a:r>
              <a:rPr lang="de-AT" dirty="0"/>
              <a:t>Slide </a:t>
            </a:r>
            <a:fld id="{BE3DC40E-DBBE-4E2D-9EEC-FBF0DA0E9179}" type="slidenum">
              <a:rPr lang="de-AT" smtClean="0"/>
              <a:pPr/>
              <a:t>‹#›</a:t>
            </a:fld>
            <a:endParaRPr lang="de-AT" dirty="0"/>
          </a:p>
        </p:txBody>
      </p:sp>
      <p:sp>
        <p:nvSpPr>
          <p:cNvPr id="2" name="Titel 1"/>
          <p:cNvSpPr>
            <a:spLocks noGrp="1"/>
          </p:cNvSpPr>
          <p:nvPr>
            <p:ph type="title"/>
          </p:nvPr>
        </p:nvSpPr>
        <p:spPr/>
        <p:txBody>
          <a:bodyPr/>
          <a:lstStyle/>
          <a:p>
            <a:r>
              <a:rPr lang="en-US"/>
              <a:t>Click to edit Master title style</a:t>
            </a:r>
            <a:endParaRPr lang="de-AT" dirty="0"/>
          </a:p>
        </p:txBody>
      </p:sp>
      <p:sp>
        <p:nvSpPr>
          <p:cNvPr id="14" name="Textplatzhalter 2"/>
          <p:cNvSpPr>
            <a:spLocks noGrp="1"/>
          </p:cNvSpPr>
          <p:nvPr>
            <p:ph type="body" idx="17" hasCustomPrompt="1"/>
          </p:nvPr>
        </p:nvSpPr>
        <p:spPr bwMode="gray">
          <a:xfrm>
            <a:off x="6303860" y="1613536"/>
            <a:ext cx="5281081" cy="639763"/>
          </a:xfrm>
          <a:solidFill>
            <a:srgbClr val="CBDDEF"/>
          </a:solidFill>
          <a:ln>
            <a:solidFill>
              <a:schemeClr val="bg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110479" indent="0">
              <a:buNone/>
              <a:tabLst/>
              <a:defRPr sz="2160" b="1" baseline="0">
                <a:solidFill>
                  <a:schemeClr val="tx1"/>
                </a:solidFill>
                <a:latin typeface="+mj-lt"/>
              </a:defRPr>
            </a:lvl1pPr>
            <a:lvl2pPr marL="548584" indent="0">
              <a:buNone/>
              <a:defRPr sz="2400" b="1"/>
            </a:lvl2pPr>
            <a:lvl3pPr marL="1097167" indent="0">
              <a:buNone/>
              <a:defRPr sz="2160" b="1"/>
            </a:lvl3pPr>
            <a:lvl4pPr marL="1645752" indent="0">
              <a:buNone/>
              <a:defRPr sz="1920" b="1"/>
            </a:lvl4pPr>
            <a:lvl5pPr marL="2194336" indent="0">
              <a:buNone/>
              <a:defRPr sz="1920" b="1"/>
            </a:lvl5pPr>
            <a:lvl6pPr marL="2742920" indent="0">
              <a:buNone/>
              <a:defRPr sz="1920" b="1"/>
            </a:lvl6pPr>
            <a:lvl7pPr marL="3291504" indent="0">
              <a:buNone/>
              <a:defRPr sz="1920" b="1"/>
            </a:lvl7pPr>
            <a:lvl8pPr marL="3840088" indent="0">
              <a:buNone/>
              <a:defRPr sz="1920" b="1"/>
            </a:lvl8pPr>
            <a:lvl9pPr marL="4388672" indent="0">
              <a:buNone/>
              <a:defRPr sz="1920" b="1"/>
            </a:lvl9pPr>
          </a:lstStyle>
          <a:p>
            <a:pPr lvl="0"/>
            <a:r>
              <a:rPr lang="de-AT" dirty="0"/>
              <a:t>Text hier einfügen</a:t>
            </a:r>
          </a:p>
        </p:txBody>
      </p:sp>
    </p:spTree>
    <p:extLst>
      <p:ext uri="{BB962C8B-B14F-4D97-AF65-F5344CB8AC3E}">
        <p14:creationId xmlns:p14="http://schemas.microsoft.com/office/powerpoint/2010/main" val="58394821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616025" y="1613536"/>
            <a:ext cx="10346192" cy="4624686"/>
          </a:xfrm>
        </p:spPr>
        <p:txBody>
          <a:bodyPr lIns="0" rIns="0">
            <a:normAutofit/>
          </a:bodyPr>
          <a:lstStyle>
            <a:lvl1pPr>
              <a:defRPr sz="1920"/>
            </a:lvl1pPr>
            <a:lvl2pPr>
              <a:defRPr sz="1920"/>
            </a:lvl2pPr>
            <a:lvl3pPr>
              <a:defRPr sz="1920"/>
            </a:lvl3pPr>
            <a:lvl4pPr>
              <a:defRPr sz="1920"/>
            </a:lvl4pPr>
            <a:lvl5pPr>
              <a:defRPr sz="1920"/>
            </a:lvl5pPr>
          </a:lstStyle>
          <a:p>
            <a:pPr lvl="0"/>
            <a:r>
              <a:rPr lang="de-AT" dirty="0"/>
              <a:t>Textmasterformat durch Klicken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 name="Datumsplatzhalter 3"/>
          <p:cNvSpPr>
            <a:spLocks noGrp="1"/>
          </p:cNvSpPr>
          <p:nvPr>
            <p:ph type="dt" sz="half" idx="10"/>
          </p:nvPr>
        </p:nvSpPr>
        <p:spPr/>
        <p:txBody>
          <a:bodyPr/>
          <a:lstStyle/>
          <a:p>
            <a:fld id="{E994BC61-DD4A-4AA5-9741-D5A83CE970DC}" type="datetime1">
              <a:rPr lang="de-AT" smtClean="0"/>
              <a:t>20.01.2026</a:t>
            </a:fld>
            <a:endParaRPr lang="de-AT" dirty="0"/>
          </a:p>
        </p:txBody>
      </p:sp>
      <p:sp>
        <p:nvSpPr>
          <p:cNvPr id="8" name="Fußzeilenplatzhalter 7"/>
          <p:cNvSpPr>
            <a:spLocks noGrp="1"/>
          </p:cNvSpPr>
          <p:nvPr>
            <p:ph type="ftr" sz="quarter" idx="11"/>
          </p:nvPr>
        </p:nvSpPr>
        <p:spPr>
          <a:xfrm>
            <a:off x="1806082" y="6494471"/>
            <a:ext cx="4289924" cy="309702"/>
          </a:xfrm>
          <a:prstGeom prst="rect">
            <a:avLst/>
          </a:prstGeom>
        </p:spPr>
        <p:txBody>
          <a:bodyPr/>
          <a:lstStyle/>
          <a:p>
            <a:r>
              <a:rPr lang="de-AT"/>
              <a:t>Fusszeile</a:t>
            </a:r>
            <a:endParaRPr lang="de-AT" dirty="0"/>
          </a:p>
        </p:txBody>
      </p:sp>
      <p:sp>
        <p:nvSpPr>
          <p:cNvPr id="9" name="Foliennummernplatzhalter 8"/>
          <p:cNvSpPr>
            <a:spLocks noGrp="1"/>
          </p:cNvSpPr>
          <p:nvPr>
            <p:ph type="sldNum" sz="quarter" idx="12"/>
          </p:nvPr>
        </p:nvSpPr>
        <p:spPr/>
        <p:txBody>
          <a:bodyPr/>
          <a:lstStyle/>
          <a:p>
            <a:r>
              <a:rPr lang="de-AT" dirty="0"/>
              <a:t>Slide </a:t>
            </a:r>
            <a:fld id="{BE3DC40E-DBBE-4E2D-9EEC-FBF0DA0E9179}" type="slidenum">
              <a:rPr lang="de-AT" smtClean="0"/>
              <a:pPr/>
              <a:t>‹#›</a:t>
            </a:fld>
            <a:endParaRPr lang="de-AT" dirty="0"/>
          </a:p>
        </p:txBody>
      </p:sp>
      <p:sp>
        <p:nvSpPr>
          <p:cNvPr id="2" name="Titel 1"/>
          <p:cNvSpPr>
            <a:spLocks noGrp="1"/>
          </p:cNvSpPr>
          <p:nvPr>
            <p:ph type="title"/>
          </p:nvPr>
        </p:nvSpPr>
        <p:spPr/>
        <p:txBody>
          <a:bodyPr/>
          <a:lstStyle/>
          <a:p>
            <a:r>
              <a:rPr lang="en-US"/>
              <a:t>Click to edit Master title style</a:t>
            </a:r>
            <a:endParaRPr lang="de-AT" dirty="0"/>
          </a:p>
        </p:txBody>
      </p:sp>
    </p:spTree>
    <p:extLst>
      <p:ext uri="{BB962C8B-B14F-4D97-AF65-F5344CB8AC3E}">
        <p14:creationId xmlns:p14="http://schemas.microsoft.com/office/powerpoint/2010/main" val="183090897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616540" y="1613536"/>
            <a:ext cx="5280000" cy="4631054"/>
          </a:xfrm>
        </p:spPr>
        <p:txBody>
          <a:bodyPr>
            <a:normAutofit/>
          </a:bodyPr>
          <a:lstStyle>
            <a:lvl1pPr>
              <a:buClr>
                <a:schemeClr val="accent2">
                  <a:lumMod val="90000"/>
                  <a:lumOff val="10000"/>
                </a:schemeClr>
              </a:buClr>
              <a:defRPr sz="1920"/>
            </a:lvl1pPr>
            <a:lvl2pPr marL="649574" indent="-342900">
              <a:buClr>
                <a:schemeClr val="accent2">
                  <a:lumMod val="90000"/>
                  <a:lumOff val="10000"/>
                </a:schemeClr>
              </a:buClr>
              <a:buFont typeface="Wingdings" charset="2"/>
              <a:buChar char="§"/>
              <a:defRPr sz="1800"/>
            </a:lvl2pPr>
            <a:lvl3pPr>
              <a:buClr>
                <a:schemeClr val="accent2">
                  <a:lumMod val="90000"/>
                  <a:lumOff val="10000"/>
                </a:schemeClr>
              </a:buClr>
              <a:defRPr sz="1680"/>
            </a:lvl3pPr>
            <a:lvl4pPr>
              <a:buClr>
                <a:schemeClr val="accent1"/>
              </a:buClr>
              <a:defRPr sz="1440"/>
            </a:lvl4pPr>
            <a:lvl5pPr>
              <a:defRPr sz="1440"/>
            </a:lvl5pPr>
            <a:lvl6pPr>
              <a:defRPr sz="2160"/>
            </a:lvl6pPr>
            <a:lvl7pPr>
              <a:defRPr sz="2160"/>
            </a:lvl7pPr>
            <a:lvl8pPr>
              <a:defRPr sz="2160"/>
            </a:lvl8pPr>
            <a:lvl9pPr>
              <a:defRPr sz="2160"/>
            </a:lvl9pPr>
          </a:lstStyle>
          <a:p>
            <a:pPr lvl="0"/>
            <a:r>
              <a:rPr lang="de-AT" dirty="0"/>
              <a:t>Textmasterformat bearbeiten</a:t>
            </a:r>
          </a:p>
          <a:p>
            <a:pPr lvl="1"/>
            <a:r>
              <a:rPr lang="de-AT" dirty="0"/>
              <a:t>Zweite Ebene</a:t>
            </a:r>
          </a:p>
          <a:p>
            <a:pPr lvl="2"/>
            <a:r>
              <a:rPr lang="de-AT" dirty="0"/>
              <a:t>Dritte Ebene</a:t>
            </a:r>
          </a:p>
        </p:txBody>
      </p:sp>
      <p:sp>
        <p:nvSpPr>
          <p:cNvPr id="4" name="Inhaltsplatzhalter 3"/>
          <p:cNvSpPr>
            <a:spLocks noGrp="1"/>
          </p:cNvSpPr>
          <p:nvPr>
            <p:ph sz="half" idx="2" hasCustomPrompt="1"/>
          </p:nvPr>
        </p:nvSpPr>
        <p:spPr>
          <a:xfrm>
            <a:off x="6287584" y="1613536"/>
            <a:ext cx="5280000" cy="4631054"/>
          </a:xfrm>
        </p:spPr>
        <p:txBody>
          <a:bodyPr>
            <a:normAutofit/>
          </a:bodyPr>
          <a:lstStyle>
            <a:lvl1pPr>
              <a:buClr>
                <a:schemeClr val="accent2">
                  <a:lumMod val="90000"/>
                  <a:lumOff val="10000"/>
                </a:schemeClr>
              </a:buClr>
              <a:defRPr sz="1920"/>
            </a:lvl1pPr>
            <a:lvl2pPr marL="649574" indent="-342900">
              <a:buClr>
                <a:schemeClr val="accent2">
                  <a:lumMod val="90000"/>
                  <a:lumOff val="10000"/>
                </a:schemeClr>
              </a:buClr>
              <a:buFont typeface="Wingdings" charset="2"/>
              <a:buChar char="§"/>
              <a:defRPr sz="1800"/>
            </a:lvl2pPr>
            <a:lvl3pPr>
              <a:buClr>
                <a:schemeClr val="accent2">
                  <a:lumMod val="90000"/>
                  <a:lumOff val="10000"/>
                </a:schemeClr>
              </a:buClr>
              <a:defRPr sz="1680"/>
            </a:lvl3pPr>
            <a:lvl4pPr>
              <a:buClr>
                <a:schemeClr val="accent1"/>
              </a:buClr>
              <a:defRPr sz="1440"/>
            </a:lvl4pPr>
            <a:lvl5pPr>
              <a:buClr>
                <a:schemeClr val="accent1"/>
              </a:buClr>
              <a:defRPr sz="1440"/>
            </a:lvl5pPr>
            <a:lvl6pPr>
              <a:defRPr sz="2160"/>
            </a:lvl6pPr>
            <a:lvl7pPr>
              <a:defRPr sz="2160"/>
            </a:lvl7pPr>
            <a:lvl8pPr>
              <a:defRPr sz="2160"/>
            </a:lvl8pPr>
            <a:lvl9pPr>
              <a:defRPr sz="2160"/>
            </a:lvl9pPr>
          </a:lstStyle>
          <a:p>
            <a:pPr lvl="0"/>
            <a:r>
              <a:rPr lang="de-AT" dirty="0"/>
              <a:t>Textmasterformat bearbeiten</a:t>
            </a:r>
          </a:p>
          <a:p>
            <a:pPr lvl="1"/>
            <a:r>
              <a:rPr lang="de-AT" dirty="0"/>
              <a:t>Zweite Ebene</a:t>
            </a:r>
          </a:p>
          <a:p>
            <a:pPr lvl="2"/>
            <a:r>
              <a:rPr lang="de-AT" dirty="0"/>
              <a:t>Dritte Ebene</a:t>
            </a:r>
          </a:p>
        </p:txBody>
      </p:sp>
      <p:sp>
        <p:nvSpPr>
          <p:cNvPr id="5" name="Datumsplatzhalter 4"/>
          <p:cNvSpPr>
            <a:spLocks noGrp="1"/>
          </p:cNvSpPr>
          <p:nvPr>
            <p:ph type="dt" sz="half" idx="10"/>
          </p:nvPr>
        </p:nvSpPr>
        <p:spPr/>
        <p:txBody>
          <a:bodyPr/>
          <a:lstStyle/>
          <a:p>
            <a:fld id="{1EF5A272-DA35-47F7-9309-796EB5AB75EC}" type="datetime1">
              <a:rPr lang="de-AT" smtClean="0"/>
              <a:t>20.01.2026</a:t>
            </a:fld>
            <a:endParaRPr lang="de-AT" dirty="0"/>
          </a:p>
        </p:txBody>
      </p:sp>
      <p:sp>
        <p:nvSpPr>
          <p:cNvPr id="9" name="Fußzeilenplatzhalter 8"/>
          <p:cNvSpPr>
            <a:spLocks noGrp="1"/>
          </p:cNvSpPr>
          <p:nvPr>
            <p:ph type="ftr" sz="quarter" idx="11"/>
          </p:nvPr>
        </p:nvSpPr>
        <p:spPr>
          <a:xfrm>
            <a:off x="1806082" y="6494471"/>
            <a:ext cx="4289924" cy="309702"/>
          </a:xfrm>
          <a:prstGeom prst="rect">
            <a:avLst/>
          </a:prstGeom>
        </p:spPr>
        <p:txBody>
          <a:bodyPr/>
          <a:lstStyle/>
          <a:p>
            <a:r>
              <a:rPr lang="de-AT"/>
              <a:t>Fusszeile</a:t>
            </a:r>
            <a:endParaRPr lang="de-AT" dirty="0"/>
          </a:p>
        </p:txBody>
      </p:sp>
      <p:sp>
        <p:nvSpPr>
          <p:cNvPr id="10" name="Foliennummernplatzhalter 9"/>
          <p:cNvSpPr>
            <a:spLocks noGrp="1"/>
          </p:cNvSpPr>
          <p:nvPr>
            <p:ph type="sldNum" sz="quarter" idx="12"/>
          </p:nvPr>
        </p:nvSpPr>
        <p:spPr/>
        <p:txBody>
          <a:bodyPr/>
          <a:lstStyle/>
          <a:p>
            <a:r>
              <a:rPr lang="de-AT" dirty="0"/>
              <a:t>Slide </a:t>
            </a:r>
            <a:fld id="{BE3DC40E-DBBE-4E2D-9EEC-FBF0DA0E9179}" type="slidenum">
              <a:rPr lang="de-AT" smtClean="0"/>
              <a:pPr/>
              <a:t>‹#›</a:t>
            </a:fld>
            <a:endParaRPr lang="de-AT" dirty="0"/>
          </a:p>
        </p:txBody>
      </p:sp>
      <p:sp>
        <p:nvSpPr>
          <p:cNvPr id="2" name="Titel 1"/>
          <p:cNvSpPr>
            <a:spLocks noGrp="1"/>
          </p:cNvSpPr>
          <p:nvPr>
            <p:ph type="title"/>
          </p:nvPr>
        </p:nvSpPr>
        <p:spPr/>
        <p:txBody>
          <a:bodyPr/>
          <a:lstStyle/>
          <a:p>
            <a:r>
              <a:rPr lang="en-US"/>
              <a:t>Click to edit Master title style</a:t>
            </a:r>
            <a:endParaRPr lang="de-AT" dirty="0"/>
          </a:p>
        </p:txBody>
      </p:sp>
    </p:spTree>
    <p:extLst>
      <p:ext uri="{BB962C8B-B14F-4D97-AF65-F5344CB8AC3E}">
        <p14:creationId xmlns:p14="http://schemas.microsoft.com/office/powerpoint/2010/main" val="35122419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B4DC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1649" y="3813878"/>
            <a:ext cx="5483290" cy="2530937"/>
          </a:xfrm>
        </p:spPr>
        <p:txBody>
          <a:bodyPr anchor="b">
            <a:normAutofit/>
          </a:bodyPr>
          <a:lstStyle>
            <a:lvl1pPr algn="l">
              <a:defRPr sz="540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lt-LT"/>
          </a:p>
        </p:txBody>
      </p:sp>
      <p:sp>
        <p:nvSpPr>
          <p:cNvPr id="3" name="Subtitle 2"/>
          <p:cNvSpPr>
            <a:spLocks noGrp="1"/>
          </p:cNvSpPr>
          <p:nvPr>
            <p:ph type="subTitle" idx="1"/>
          </p:nvPr>
        </p:nvSpPr>
        <p:spPr>
          <a:xfrm>
            <a:off x="305554" y="3263239"/>
            <a:ext cx="5790981" cy="475440"/>
          </a:xfrm>
        </p:spPr>
        <p:txBody>
          <a:bodyPr/>
          <a:lstStyle>
            <a:lvl1pPr marL="0" indent="0" algn="ctr">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t-LT"/>
          </a:p>
        </p:txBody>
      </p:sp>
      <p:sp>
        <p:nvSpPr>
          <p:cNvPr id="4" name="Date Placeholder 3"/>
          <p:cNvSpPr>
            <a:spLocks noGrp="1"/>
          </p:cNvSpPr>
          <p:nvPr>
            <p:ph type="dt" sz="half" idx="10"/>
          </p:nvPr>
        </p:nvSpPr>
        <p:spPr>
          <a:xfrm>
            <a:off x="8890518" y="6201479"/>
            <a:ext cx="2743200" cy="365125"/>
          </a:xfrm>
          <a:prstGeom prst="rect">
            <a:avLst/>
          </a:prstGeom>
        </p:spPr>
        <p:txBody>
          <a:bodyPr/>
          <a:lstStyle>
            <a:lvl1pPr>
              <a:defRPr sz="1400">
                <a:latin typeface="Tahoma" panose="020B0604030504040204" pitchFamily="34" charset="0"/>
                <a:ea typeface="Tahoma" panose="020B0604030504040204" pitchFamily="34" charset="0"/>
                <a:cs typeface="Tahoma" panose="020B0604030504040204" pitchFamily="34" charset="0"/>
              </a:defRPr>
            </a:lvl1pPr>
          </a:lstStyle>
          <a:p>
            <a:fld id="{100E9753-46E3-41E0-81DD-894A8293C0B8}" type="datetime1">
              <a:rPr lang="de-AT" smtClean="0"/>
              <a:t>20.01.2026</a:t>
            </a:fld>
            <a:endParaRPr lang="lt-LT"/>
          </a:p>
        </p:txBody>
      </p:sp>
      <p:pic>
        <p:nvPicPr>
          <p:cNvPr id="8" name="Graphic 5">
            <a:extLst>
              <a:ext uri="{FF2B5EF4-FFF2-40B4-BE49-F238E27FC236}">
                <a16:creationId xmlns:a16="http://schemas.microsoft.com/office/drawing/2014/main" id="{175BDB0A-480F-9242-89CC-D1382FBB448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09454" y="283674"/>
            <a:ext cx="2277406" cy="968657"/>
          </a:xfrm>
          <a:prstGeom prst="rect">
            <a:avLst/>
          </a:prstGeom>
        </p:spPr>
      </p:pic>
      <p:pic>
        <p:nvPicPr>
          <p:cNvPr id="9" name="Graphic 11">
            <a:extLst>
              <a:ext uri="{FF2B5EF4-FFF2-40B4-BE49-F238E27FC236}">
                <a16:creationId xmlns:a16="http://schemas.microsoft.com/office/drawing/2014/main" id="{17B9B736-8059-9E4F-8226-97318FD73FB6}"/>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5554" y="3738679"/>
            <a:ext cx="5790981" cy="2805830"/>
          </a:xfrm>
          <a:prstGeom prst="rect">
            <a:avLst/>
          </a:prstGeom>
        </p:spPr>
      </p:pic>
    </p:spTree>
    <p:extLst>
      <p:ext uri="{BB962C8B-B14F-4D97-AF65-F5344CB8AC3E}">
        <p14:creationId xmlns:p14="http://schemas.microsoft.com/office/powerpoint/2010/main" val="1811846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txBody>
          <a:bodyPr>
            <a:normAutofit/>
          </a:bodyPr>
          <a:lstStyle>
            <a:lvl1pPr>
              <a:defRPr sz="4000">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lt-LT" dirty="0"/>
          </a:p>
        </p:txBody>
      </p:sp>
      <p:sp>
        <p:nvSpPr>
          <p:cNvPr id="3" name="Content Placeholder 2"/>
          <p:cNvSpPr>
            <a:spLocks noGrp="1"/>
          </p:cNvSpPr>
          <p:nvPr>
            <p:ph idx="1"/>
          </p:nvPr>
        </p:nvSpPr>
        <p:spPr>
          <a:xfrm>
            <a:off x="838200" y="1679510"/>
            <a:ext cx="10515600" cy="4497453"/>
          </a:xfrm>
        </p:spPr>
        <p:txBody>
          <a:bodyPr/>
          <a:lstStyle>
            <a:lvl1pPr>
              <a:lnSpc>
                <a:spcPct val="100000"/>
              </a:lnSpc>
              <a:spcBef>
                <a:spcPts val="1200"/>
              </a:spcBef>
              <a:defRPr>
                <a:latin typeface="Tahoma" panose="020B0604030504040204" pitchFamily="34" charset="0"/>
                <a:ea typeface="Tahoma" panose="020B0604030504040204" pitchFamily="34" charset="0"/>
                <a:cs typeface="Tahoma" panose="020B0604030504040204" pitchFamily="34" charset="0"/>
              </a:defRPr>
            </a:lvl1pPr>
            <a:lvl2pPr>
              <a:lnSpc>
                <a:spcPct val="100000"/>
              </a:lnSpc>
              <a:spcBef>
                <a:spcPts val="600"/>
              </a:spcBef>
              <a:defRPr>
                <a:latin typeface="Tahoma" panose="020B0604030504040204" pitchFamily="34" charset="0"/>
                <a:ea typeface="Tahoma" panose="020B0604030504040204" pitchFamily="34" charset="0"/>
                <a:cs typeface="Tahoma" panose="020B0604030504040204" pitchFamily="34" charset="0"/>
              </a:defRPr>
            </a:lvl2pPr>
            <a:lvl3pPr>
              <a:lnSpc>
                <a:spcPct val="100000"/>
              </a:lnSpc>
              <a:spcBef>
                <a:spcPts val="0"/>
              </a:spcBef>
              <a:defRPr>
                <a:latin typeface="Tahoma" panose="020B0604030504040204" pitchFamily="34" charset="0"/>
                <a:ea typeface="Tahoma" panose="020B0604030504040204" pitchFamily="34" charset="0"/>
                <a:cs typeface="Tahoma" panose="020B0604030504040204" pitchFamily="34" charset="0"/>
              </a:defRPr>
            </a:lvl3pPr>
            <a:lvl4pPr>
              <a:lnSpc>
                <a:spcPct val="100000"/>
              </a:lnSpc>
              <a:spcBef>
                <a:spcPts val="0"/>
              </a:spcBef>
              <a:defRPr>
                <a:latin typeface="Tahoma" panose="020B0604030504040204" pitchFamily="34" charset="0"/>
                <a:ea typeface="Tahoma" panose="020B0604030504040204" pitchFamily="34" charset="0"/>
                <a:cs typeface="Tahoma" panose="020B0604030504040204" pitchFamily="34" charset="0"/>
              </a:defRPr>
            </a:lvl4pPr>
            <a:lvl5pPr>
              <a:lnSpc>
                <a:spcPct val="100000"/>
              </a:lnSpc>
              <a:spcBef>
                <a:spcPts val="0"/>
              </a:spcBef>
              <a:defRPr>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6" name="Slide Number Placeholder 5"/>
          <p:cNvSpPr>
            <a:spLocks noGrp="1"/>
          </p:cNvSpPr>
          <p:nvPr>
            <p:ph type="sldNum" sz="quarter" idx="12"/>
          </p:nvPr>
        </p:nvSpPr>
        <p:spPr/>
        <p:txBody>
          <a:bodyPr/>
          <a:lstStyle/>
          <a:p>
            <a:fld id="{CB1BA119-00CF-415C-9C66-61678FDC65C5}" type="slidenum">
              <a:rPr lang="lt-LT" smtClean="0"/>
              <a:t>‹#›</a:t>
            </a:fld>
            <a:endParaRPr lang="lt-LT"/>
          </a:p>
        </p:txBody>
      </p:sp>
      <p:pic>
        <p:nvPicPr>
          <p:cNvPr id="7" name="Graphic 15">
            <a:extLst>
              <a:ext uri="{FF2B5EF4-FFF2-40B4-BE49-F238E27FC236}">
                <a16:creationId xmlns:a16="http://schemas.microsoft.com/office/drawing/2014/main" id="{C6E8D53C-9568-4824-BE88-31F469051B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9280" y="365126"/>
            <a:ext cx="1041098" cy="296465"/>
          </a:xfrm>
          <a:prstGeom prst="rect">
            <a:avLst/>
          </a:prstGeom>
        </p:spPr>
      </p:pic>
    </p:spTree>
    <p:extLst>
      <p:ext uri="{BB962C8B-B14F-4D97-AF65-F5344CB8AC3E}">
        <p14:creationId xmlns:p14="http://schemas.microsoft.com/office/powerpoint/2010/main" val="1084354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4466"/>
          </a:xfrm>
        </p:spPr>
        <p:txBody>
          <a:bodyPr>
            <a:normAutofit/>
          </a:bodyPr>
          <a:lstStyle>
            <a:lvl1pPr>
              <a:defRPr sz="4000">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lt-LT" dirty="0"/>
          </a:p>
        </p:txBody>
      </p:sp>
      <p:sp>
        <p:nvSpPr>
          <p:cNvPr id="3" name="Content Placeholder 2"/>
          <p:cNvSpPr>
            <a:spLocks noGrp="1"/>
          </p:cNvSpPr>
          <p:nvPr>
            <p:ph sz="half" idx="1"/>
          </p:nvPr>
        </p:nvSpPr>
        <p:spPr>
          <a:xfrm>
            <a:off x="838200" y="1623527"/>
            <a:ext cx="5181600" cy="4553436"/>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Content Placeholder 3"/>
          <p:cNvSpPr>
            <a:spLocks noGrp="1"/>
          </p:cNvSpPr>
          <p:nvPr>
            <p:ph sz="half" idx="2"/>
          </p:nvPr>
        </p:nvSpPr>
        <p:spPr>
          <a:xfrm>
            <a:off x="6172200" y="1623527"/>
            <a:ext cx="5181600" cy="4553436"/>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7" name="Slide Number Placeholder 6"/>
          <p:cNvSpPr>
            <a:spLocks noGrp="1"/>
          </p:cNvSpPr>
          <p:nvPr>
            <p:ph type="sldNum" sz="quarter" idx="12"/>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fld id="{CB1BA119-00CF-415C-9C66-61678FDC65C5}" type="slidenum">
              <a:rPr lang="lt-LT" smtClean="0"/>
              <a:pPr/>
              <a:t>‹#›</a:t>
            </a:fld>
            <a:endParaRPr lang="lt-LT"/>
          </a:p>
        </p:txBody>
      </p:sp>
      <p:pic>
        <p:nvPicPr>
          <p:cNvPr id="8" name="Graphic 15">
            <a:extLst>
              <a:ext uri="{FF2B5EF4-FFF2-40B4-BE49-F238E27FC236}">
                <a16:creationId xmlns:a16="http://schemas.microsoft.com/office/drawing/2014/main" id="{C6E8D53C-9568-4824-BE88-31F469051B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9280" y="365126"/>
            <a:ext cx="1041098" cy="296465"/>
          </a:xfrm>
          <a:prstGeom prst="rect">
            <a:avLst/>
          </a:prstGeom>
        </p:spPr>
      </p:pic>
    </p:spTree>
    <p:extLst>
      <p:ext uri="{BB962C8B-B14F-4D97-AF65-F5344CB8AC3E}">
        <p14:creationId xmlns:p14="http://schemas.microsoft.com/office/powerpoint/2010/main" val="2951876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071789"/>
          </a:xfrm>
        </p:spPr>
        <p:txBody>
          <a:bodyPr>
            <a:normAutofit/>
          </a:bodyPr>
          <a:lstStyle>
            <a:lvl1pPr>
              <a:defRPr sz="4000">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lt-LT" dirty="0"/>
          </a:p>
        </p:txBody>
      </p:sp>
      <p:sp>
        <p:nvSpPr>
          <p:cNvPr id="3" name="Text Placeholder 2"/>
          <p:cNvSpPr>
            <a:spLocks noGrp="1"/>
          </p:cNvSpPr>
          <p:nvPr>
            <p:ph type="body" idx="1"/>
          </p:nvPr>
        </p:nvSpPr>
        <p:spPr>
          <a:xfrm>
            <a:off x="839788" y="1587853"/>
            <a:ext cx="5157787" cy="614168"/>
          </a:xfrm>
        </p:spPr>
        <p:txBody>
          <a:bodyPr anchor="b"/>
          <a:lstStyle>
            <a:lvl1pPr marL="0" indent="0">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352960"/>
            <a:ext cx="5157787" cy="3836703"/>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5" name="Text Placeholder 4"/>
          <p:cNvSpPr>
            <a:spLocks noGrp="1"/>
          </p:cNvSpPr>
          <p:nvPr>
            <p:ph type="body" sz="quarter" idx="3"/>
          </p:nvPr>
        </p:nvSpPr>
        <p:spPr>
          <a:xfrm>
            <a:off x="6172200" y="1587853"/>
            <a:ext cx="5183188" cy="614168"/>
          </a:xfrm>
        </p:spPr>
        <p:txBody>
          <a:bodyPr anchor="b"/>
          <a:lstStyle>
            <a:lvl1pPr marL="0" indent="0">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352960"/>
            <a:ext cx="5183188" cy="3836703"/>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9" name="Slide Number Placeholder 8"/>
          <p:cNvSpPr>
            <a:spLocks noGrp="1"/>
          </p:cNvSpPr>
          <p:nvPr>
            <p:ph type="sldNum" sz="quarter" idx="12"/>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fld id="{CB1BA119-00CF-415C-9C66-61678FDC65C5}" type="slidenum">
              <a:rPr lang="lt-LT" smtClean="0"/>
              <a:pPr/>
              <a:t>‹#›</a:t>
            </a:fld>
            <a:endParaRPr lang="lt-LT"/>
          </a:p>
        </p:txBody>
      </p:sp>
      <p:pic>
        <p:nvPicPr>
          <p:cNvPr id="10" name="Graphic 15">
            <a:extLst>
              <a:ext uri="{FF2B5EF4-FFF2-40B4-BE49-F238E27FC236}">
                <a16:creationId xmlns:a16="http://schemas.microsoft.com/office/drawing/2014/main" id="{C6E8D53C-9568-4824-BE88-31F469051B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9280" y="365126"/>
            <a:ext cx="1041098" cy="296465"/>
          </a:xfrm>
          <a:prstGeom prst="rect">
            <a:avLst/>
          </a:prstGeom>
        </p:spPr>
      </p:pic>
    </p:spTree>
    <p:extLst>
      <p:ext uri="{BB962C8B-B14F-4D97-AF65-F5344CB8AC3E}">
        <p14:creationId xmlns:p14="http://schemas.microsoft.com/office/powerpoint/2010/main" val="30678984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68B2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22176" y="1945918"/>
            <a:ext cx="8053873" cy="2234196"/>
          </a:xfrm>
        </p:spPr>
        <p:txBody>
          <a:bodyPr/>
          <a:lstStyle>
            <a:lvl1pPr algn="ct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lt-LT" dirty="0"/>
          </a:p>
        </p:txBody>
      </p:sp>
      <p:sp>
        <p:nvSpPr>
          <p:cNvPr id="5" name="Slide Number Placeholder 4"/>
          <p:cNvSpPr>
            <a:spLocks noGrp="1"/>
          </p:cNvSpPr>
          <p:nvPr>
            <p:ph type="sldNum" sz="quarter" idx="12"/>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fld id="{CB1BA119-00CF-415C-9C66-61678FDC65C5}" type="slidenum">
              <a:rPr lang="lt-LT" smtClean="0"/>
              <a:pPr/>
              <a:t>‹#›</a:t>
            </a:fld>
            <a:endParaRPr lang="lt-LT"/>
          </a:p>
        </p:txBody>
      </p:sp>
      <p:pic>
        <p:nvPicPr>
          <p:cNvPr id="6" name="Graphic 15">
            <a:extLst>
              <a:ext uri="{FF2B5EF4-FFF2-40B4-BE49-F238E27FC236}">
                <a16:creationId xmlns:a16="http://schemas.microsoft.com/office/drawing/2014/main" id="{C6E8D53C-9568-4824-BE88-31F469051B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9280" y="365126"/>
            <a:ext cx="1041098" cy="296465"/>
          </a:xfrm>
          <a:prstGeom prst="rect">
            <a:avLst/>
          </a:prstGeom>
        </p:spPr>
      </p:pic>
      <p:pic>
        <p:nvPicPr>
          <p:cNvPr id="7" name="Graphic 4">
            <a:extLst>
              <a:ext uri="{FF2B5EF4-FFF2-40B4-BE49-F238E27FC236}">
                <a16:creationId xmlns:a16="http://schemas.microsoft.com/office/drawing/2014/main" id="{77283BC3-418F-4B42-92AC-FA81462BE822}"/>
              </a:ext>
            </a:extLst>
          </p:cNvPr>
          <p:cNvPicPr>
            <a:picLocks noChangeAspect="1"/>
          </p:cNvPicPr>
          <p:nvPr/>
        </p:nvPicPr>
        <p:blipFill rotWithShape="1">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b="32790"/>
          <a:stretch/>
        </p:blipFill>
        <p:spPr>
          <a:xfrm>
            <a:off x="298186" y="186612"/>
            <a:ext cx="8991331" cy="6662057"/>
          </a:xfrm>
          <a:prstGeom prst="rect">
            <a:avLst/>
          </a:prstGeom>
          <a:noFill/>
        </p:spPr>
      </p:pic>
    </p:spTree>
    <p:extLst>
      <p:ext uri="{BB962C8B-B14F-4D97-AF65-F5344CB8AC3E}">
        <p14:creationId xmlns:p14="http://schemas.microsoft.com/office/powerpoint/2010/main" val="3241578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rgbClr val="00DDA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22176" y="1945918"/>
            <a:ext cx="8053873" cy="2234196"/>
          </a:xfrm>
        </p:spPr>
        <p:txBody>
          <a:bodyPr/>
          <a:lstStyle>
            <a:lvl1pPr algn="ct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lt-LT" dirty="0"/>
          </a:p>
        </p:txBody>
      </p:sp>
      <p:sp>
        <p:nvSpPr>
          <p:cNvPr id="5" name="Slide Number Placeholder 4"/>
          <p:cNvSpPr>
            <a:spLocks noGrp="1"/>
          </p:cNvSpPr>
          <p:nvPr>
            <p:ph type="sldNum" sz="quarter" idx="12"/>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fld id="{CB1BA119-00CF-415C-9C66-61678FDC65C5}" type="slidenum">
              <a:rPr lang="lt-LT" smtClean="0"/>
              <a:pPr/>
              <a:t>‹#›</a:t>
            </a:fld>
            <a:endParaRPr lang="lt-LT"/>
          </a:p>
        </p:txBody>
      </p:sp>
      <p:pic>
        <p:nvPicPr>
          <p:cNvPr id="6" name="Graphic 15">
            <a:extLst>
              <a:ext uri="{FF2B5EF4-FFF2-40B4-BE49-F238E27FC236}">
                <a16:creationId xmlns:a16="http://schemas.microsoft.com/office/drawing/2014/main" id="{C6E8D53C-9568-4824-BE88-31F469051B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9280" y="365126"/>
            <a:ext cx="1041098" cy="296465"/>
          </a:xfrm>
          <a:prstGeom prst="rect">
            <a:avLst/>
          </a:prstGeom>
        </p:spPr>
      </p:pic>
      <p:pic>
        <p:nvPicPr>
          <p:cNvPr id="7" name="Graphic 4">
            <a:extLst>
              <a:ext uri="{FF2B5EF4-FFF2-40B4-BE49-F238E27FC236}">
                <a16:creationId xmlns:a16="http://schemas.microsoft.com/office/drawing/2014/main" id="{77283BC3-418F-4B42-92AC-FA81462BE822}"/>
              </a:ext>
            </a:extLst>
          </p:cNvPr>
          <p:cNvPicPr>
            <a:picLocks noChangeAspect="1"/>
          </p:cNvPicPr>
          <p:nvPr/>
        </p:nvPicPr>
        <p:blipFill rotWithShape="1">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b="32790"/>
          <a:stretch/>
        </p:blipFill>
        <p:spPr>
          <a:xfrm>
            <a:off x="298186" y="186612"/>
            <a:ext cx="8991331" cy="6662057"/>
          </a:xfrm>
          <a:prstGeom prst="rect">
            <a:avLst/>
          </a:prstGeom>
        </p:spPr>
      </p:pic>
    </p:spTree>
    <p:extLst>
      <p:ext uri="{BB962C8B-B14F-4D97-AF65-F5344CB8AC3E}">
        <p14:creationId xmlns:p14="http://schemas.microsoft.com/office/powerpoint/2010/main" val="41018833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rgbClr val="3EB8D8"/>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AAA3A4-CB12-F642-B77E-F32DB9F3F66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650182"/>
          </a:xfrm>
          <a:prstGeom prst="rect">
            <a:avLst/>
          </a:prstGeom>
        </p:spPr>
      </p:pic>
      <p:sp>
        <p:nvSpPr>
          <p:cNvPr id="2" name="Title 1"/>
          <p:cNvSpPr>
            <a:spLocks noGrp="1"/>
          </p:cNvSpPr>
          <p:nvPr>
            <p:ph type="title" hasCustomPrompt="1"/>
          </p:nvPr>
        </p:nvSpPr>
        <p:spPr>
          <a:xfrm>
            <a:off x="877078" y="5346440"/>
            <a:ext cx="7251443" cy="783771"/>
          </a:xfrm>
        </p:spPr>
        <p:txBody>
          <a:bodyPr/>
          <a:lstStyle>
            <a:lvl1pPr algn="l">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Chapter title</a:t>
            </a:r>
            <a:endParaRPr lang="lt-LT" dirty="0"/>
          </a:p>
        </p:txBody>
      </p:sp>
      <p:sp>
        <p:nvSpPr>
          <p:cNvPr id="5" name="Slide Number Placeholder 4"/>
          <p:cNvSpPr>
            <a:spLocks noGrp="1"/>
          </p:cNvSpPr>
          <p:nvPr>
            <p:ph type="sldNum" sz="quarter" idx="12"/>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fld id="{CB1BA119-00CF-415C-9C66-61678FDC65C5}" type="slidenum">
              <a:rPr lang="lt-LT" smtClean="0"/>
              <a:pPr/>
              <a:t>‹#›</a:t>
            </a:fld>
            <a:endParaRPr lang="lt-LT"/>
          </a:p>
        </p:txBody>
      </p:sp>
      <p:pic>
        <p:nvPicPr>
          <p:cNvPr id="9" name="Graphic 15">
            <a:extLst>
              <a:ext uri="{FF2B5EF4-FFF2-40B4-BE49-F238E27FC236}">
                <a16:creationId xmlns:a16="http://schemas.microsoft.com/office/drawing/2014/main" id="{C6E8D53C-9568-4824-BE88-31F469051B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1408" y="492062"/>
            <a:ext cx="1041098" cy="296465"/>
          </a:xfrm>
          <a:prstGeom prst="rect">
            <a:avLst/>
          </a:prstGeom>
        </p:spPr>
      </p:pic>
    </p:spTree>
    <p:extLst>
      <p:ext uri="{BB962C8B-B14F-4D97-AF65-F5344CB8AC3E}">
        <p14:creationId xmlns:p14="http://schemas.microsoft.com/office/powerpoint/2010/main" val="4803301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B4DC7"/>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fld id="{CB1BA119-00CF-415C-9C66-61678FDC65C5}" type="slidenum">
              <a:rPr lang="lt-LT" smtClean="0"/>
              <a:pPr/>
              <a:t>‹#›</a:t>
            </a:fld>
            <a:endParaRPr lang="lt-LT"/>
          </a:p>
        </p:txBody>
      </p:sp>
      <p:pic>
        <p:nvPicPr>
          <p:cNvPr id="5" name="Graphic 15">
            <a:extLst>
              <a:ext uri="{FF2B5EF4-FFF2-40B4-BE49-F238E27FC236}">
                <a16:creationId xmlns:a16="http://schemas.microsoft.com/office/drawing/2014/main" id="{C6E8D53C-9568-4824-BE88-31F469051B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9280" y="365126"/>
            <a:ext cx="1041098" cy="296465"/>
          </a:xfrm>
          <a:prstGeom prst="rect">
            <a:avLst/>
          </a:prstGeom>
        </p:spPr>
      </p:pic>
    </p:spTree>
    <p:extLst>
      <p:ext uri="{BB962C8B-B14F-4D97-AF65-F5344CB8AC3E}">
        <p14:creationId xmlns:p14="http://schemas.microsoft.com/office/powerpoint/2010/main" val="18452834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t-LT"/>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3F7B97A6-451B-4224-8DF6-EC4F75FC64EA}" type="datetime1">
              <a:rPr lang="de-AT" smtClean="0"/>
              <a:t>20.01.2026</a:t>
            </a:fld>
            <a:endParaRPr lang="lt-LT"/>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r>
              <a:rPr lang="lt-LT"/>
              <a:t>Fusszeile</a:t>
            </a:r>
          </a:p>
        </p:txBody>
      </p:sp>
      <p:sp>
        <p:nvSpPr>
          <p:cNvPr id="7" name="Slide Number Placeholder 6"/>
          <p:cNvSpPr>
            <a:spLocks noGrp="1"/>
          </p:cNvSpPr>
          <p:nvPr>
            <p:ph type="sldNum" sz="quarter" idx="12"/>
          </p:nvPr>
        </p:nvSpPr>
        <p:spPr/>
        <p:txBody>
          <a:bodyPr/>
          <a:lstStyle/>
          <a:p>
            <a:fld id="{CB1BA119-00CF-415C-9C66-61678FDC65C5}" type="slidenum">
              <a:rPr lang="lt-LT" smtClean="0"/>
              <a:t>‹#›</a:t>
            </a:fld>
            <a:endParaRPr lang="lt-LT"/>
          </a:p>
        </p:txBody>
      </p:sp>
    </p:spTree>
    <p:extLst>
      <p:ext uri="{BB962C8B-B14F-4D97-AF65-F5344CB8AC3E}">
        <p14:creationId xmlns:p14="http://schemas.microsoft.com/office/powerpoint/2010/main" val="16073959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t-LT"/>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lt-LT"/>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58D3EC9-637B-4823-A647-DBB896C352CB}" type="datetime1">
              <a:rPr lang="de-AT" smtClean="0"/>
              <a:t>20.01.2026</a:t>
            </a:fld>
            <a:endParaRPr lang="lt-LT"/>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r>
              <a:rPr lang="lt-LT"/>
              <a:t>Fusszeile</a:t>
            </a:r>
          </a:p>
        </p:txBody>
      </p:sp>
      <p:sp>
        <p:nvSpPr>
          <p:cNvPr id="7" name="Slide Number Placeholder 6"/>
          <p:cNvSpPr>
            <a:spLocks noGrp="1"/>
          </p:cNvSpPr>
          <p:nvPr>
            <p:ph type="sldNum" sz="quarter" idx="12"/>
          </p:nvPr>
        </p:nvSpPr>
        <p:spPr/>
        <p:txBody>
          <a:bodyPr/>
          <a:lstStyle/>
          <a:p>
            <a:fld id="{CB1BA119-00CF-415C-9C66-61678FDC65C5}" type="slidenum">
              <a:rPr lang="lt-LT" smtClean="0"/>
              <a:t>‹#›</a:t>
            </a:fld>
            <a:endParaRPr lang="lt-LT"/>
          </a:p>
        </p:txBody>
      </p:sp>
    </p:spTree>
    <p:extLst>
      <p:ext uri="{BB962C8B-B14F-4D97-AF65-F5344CB8AC3E}">
        <p14:creationId xmlns:p14="http://schemas.microsoft.com/office/powerpoint/2010/main" val="6037313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t-LT"/>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C150D4F-9BA6-4D6B-BDDB-8AB710AB1782}" type="datetime1">
              <a:rPr lang="de-AT" smtClean="0"/>
              <a:t>20.01.2026</a:t>
            </a:fld>
            <a:endParaRPr lang="lt-LT"/>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r>
              <a:rPr lang="lt-LT"/>
              <a:t>Fusszeile</a:t>
            </a:r>
          </a:p>
        </p:txBody>
      </p:sp>
      <p:sp>
        <p:nvSpPr>
          <p:cNvPr id="6" name="Slide Number Placeholder 5"/>
          <p:cNvSpPr>
            <a:spLocks noGrp="1"/>
          </p:cNvSpPr>
          <p:nvPr>
            <p:ph type="sldNum" sz="quarter" idx="12"/>
          </p:nvPr>
        </p:nvSpPr>
        <p:spPr/>
        <p:txBody>
          <a:bodyPr/>
          <a:lstStyle/>
          <a:p>
            <a:fld id="{CB1BA119-00CF-415C-9C66-61678FDC65C5}" type="slidenum">
              <a:rPr lang="lt-LT" smtClean="0"/>
              <a:t>‹#›</a:t>
            </a:fld>
            <a:endParaRPr lang="lt-LT"/>
          </a:p>
        </p:txBody>
      </p:sp>
    </p:spTree>
    <p:extLst>
      <p:ext uri="{BB962C8B-B14F-4D97-AF65-F5344CB8AC3E}">
        <p14:creationId xmlns:p14="http://schemas.microsoft.com/office/powerpoint/2010/main" val="34955963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lt-LT"/>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33DA947-07AA-4893-BF5A-112E24FFEE7A}" type="datetime1">
              <a:rPr lang="de-AT" smtClean="0"/>
              <a:t>20.01.2026</a:t>
            </a:fld>
            <a:endParaRPr lang="lt-LT"/>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r>
              <a:rPr lang="lt-LT"/>
              <a:t>Fusszeile</a:t>
            </a:r>
          </a:p>
        </p:txBody>
      </p:sp>
      <p:sp>
        <p:nvSpPr>
          <p:cNvPr id="6" name="Slide Number Placeholder 5"/>
          <p:cNvSpPr>
            <a:spLocks noGrp="1"/>
          </p:cNvSpPr>
          <p:nvPr>
            <p:ph type="sldNum" sz="quarter" idx="12"/>
          </p:nvPr>
        </p:nvSpPr>
        <p:spPr/>
        <p:txBody>
          <a:bodyPr/>
          <a:lstStyle/>
          <a:p>
            <a:fld id="{CB1BA119-00CF-415C-9C66-61678FDC65C5}" type="slidenum">
              <a:rPr lang="lt-LT" smtClean="0"/>
              <a:t>‹#›</a:t>
            </a:fld>
            <a:endParaRPr lang="lt-LT"/>
          </a:p>
        </p:txBody>
      </p:sp>
    </p:spTree>
    <p:extLst>
      <p:ext uri="{BB962C8B-B14F-4D97-AF65-F5344CB8AC3E}">
        <p14:creationId xmlns:p14="http://schemas.microsoft.com/office/powerpoint/2010/main" val="11083060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Text">
    <p:bg>
      <p:bgRef idx="1001">
        <a:schemeClr val="bg1"/>
      </p:bgRef>
    </p:bg>
    <p:spTree>
      <p:nvGrpSpPr>
        <p:cNvPr id="1" name=""/>
        <p:cNvGrpSpPr/>
        <p:nvPr/>
      </p:nvGrpSpPr>
      <p:grpSpPr>
        <a:xfrm>
          <a:off x="0" y="0"/>
          <a:ext cx="0" cy="0"/>
          <a:chOff x="0" y="0"/>
          <a:chExt cx="0" cy="0"/>
        </a:xfrm>
      </p:grpSpPr>
      <p:sp>
        <p:nvSpPr>
          <p:cNvPr id="7" name="Content Placeholder 2"/>
          <p:cNvSpPr>
            <a:spLocks noGrp="1"/>
          </p:cNvSpPr>
          <p:nvPr>
            <p:ph idx="1"/>
          </p:nvPr>
        </p:nvSpPr>
        <p:spPr>
          <a:xfrm>
            <a:off x="609600" y="1700808"/>
            <a:ext cx="11151029" cy="4608512"/>
          </a:xfrm>
          <a:prstGeom prst="rect">
            <a:avLst/>
          </a:prstGeom>
        </p:spPr>
        <p:txBody>
          <a:bodyPr/>
          <a:lstStyle>
            <a:lvl1pPr>
              <a:defRPr sz="2800">
                <a:solidFill>
                  <a:schemeClr val="tx1"/>
                </a:solidFill>
                <a:latin typeface="Tahoma" panose="020B0604030504040204" pitchFamily="34" charset="0"/>
                <a:ea typeface="Tahoma" panose="020B0604030504040204" pitchFamily="34" charset="0"/>
                <a:cs typeface="Tahoma" panose="020B0604030504040204" pitchFamily="34" charset="0"/>
              </a:defRPr>
            </a:lvl1pPr>
            <a:lvl2pPr>
              <a:defRPr sz="2400">
                <a:solidFill>
                  <a:schemeClr val="tx1"/>
                </a:solidFill>
                <a:latin typeface="Tahoma" panose="020B0604030504040204" pitchFamily="34" charset="0"/>
                <a:ea typeface="Tahoma" panose="020B0604030504040204" pitchFamily="34" charset="0"/>
                <a:cs typeface="Tahoma" panose="020B0604030504040204" pitchFamily="34" charset="0"/>
              </a:defRPr>
            </a:lvl2pPr>
            <a:lvl3pPr>
              <a:defRPr sz="2000">
                <a:solidFill>
                  <a:schemeClr val="tx1"/>
                </a:solidFill>
                <a:latin typeface="Tahoma" panose="020B0604030504040204" pitchFamily="34" charset="0"/>
                <a:ea typeface="Tahoma" panose="020B0604030504040204" pitchFamily="34" charset="0"/>
                <a:cs typeface="Tahoma" panose="020B0604030504040204" pitchFamily="34" charset="0"/>
              </a:defRPr>
            </a:lvl3pPr>
            <a:lvl4pPr>
              <a:defRPr sz="1800">
                <a:solidFill>
                  <a:schemeClr val="tx1"/>
                </a:solidFill>
                <a:latin typeface="Tahoma" panose="020B0604030504040204" pitchFamily="34" charset="0"/>
                <a:ea typeface="Tahoma" panose="020B0604030504040204" pitchFamily="34" charset="0"/>
                <a:cs typeface="Tahoma" panose="020B0604030504040204" pitchFamily="34" charset="0"/>
              </a:defRPr>
            </a:lvl4pPr>
            <a:lvl5pPr>
              <a:defRPr sz="1800">
                <a:solidFill>
                  <a:schemeClr val="tx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t-LT" dirty="0"/>
          </a:p>
        </p:txBody>
      </p:sp>
      <p:sp>
        <p:nvSpPr>
          <p:cNvPr id="9" name="Slide Number Placeholder 5"/>
          <p:cNvSpPr>
            <a:spLocks noGrp="1"/>
          </p:cNvSpPr>
          <p:nvPr>
            <p:ph type="sldNum" sz="quarter" idx="12"/>
          </p:nvPr>
        </p:nvSpPr>
        <p:spPr>
          <a:xfrm>
            <a:off x="10261600" y="6356353"/>
            <a:ext cx="864096" cy="365125"/>
          </a:xfrm>
          <a:prstGeom prst="rect">
            <a:avLst/>
          </a:prstGeom>
        </p:spPr>
        <p:txBody>
          <a:bodyPr/>
          <a:lstStyle>
            <a:lvl1pPr algn="r">
              <a:defRPr>
                <a:solidFill>
                  <a:srgbClr val="666666"/>
                </a:solidFill>
                <a:latin typeface="Tahoma" panose="020B0604030504040204" pitchFamily="34" charset="0"/>
                <a:ea typeface="Tahoma" panose="020B0604030504040204" pitchFamily="34" charset="0"/>
                <a:cs typeface="Tahoma" panose="020B0604030504040204" pitchFamily="34" charset="0"/>
              </a:defRPr>
            </a:lvl1pPr>
          </a:lstStyle>
          <a:p>
            <a:fld id="{AD74A76B-B836-484A-AF51-E7D185AEA26F}" type="slidenum">
              <a:rPr lang="en-US" smtClean="0"/>
              <a:pPr/>
              <a:t>‹#›</a:t>
            </a:fld>
            <a:endParaRPr lang="en-US" dirty="0"/>
          </a:p>
        </p:txBody>
      </p:sp>
      <p:sp>
        <p:nvSpPr>
          <p:cNvPr id="2" name="Title 1"/>
          <p:cNvSpPr>
            <a:spLocks noGrp="1"/>
          </p:cNvSpPr>
          <p:nvPr>
            <p:ph type="title"/>
          </p:nvPr>
        </p:nvSpPr>
        <p:spPr>
          <a:xfrm>
            <a:off x="609600" y="274638"/>
            <a:ext cx="10972800" cy="1143000"/>
          </a:xfrm>
          <a:prstGeom prst="rect">
            <a:avLst/>
          </a:prstGeo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Tree>
    <p:extLst>
      <p:ext uri="{BB962C8B-B14F-4D97-AF65-F5344CB8AC3E}">
        <p14:creationId xmlns:p14="http://schemas.microsoft.com/office/powerpoint/2010/main" val="27777540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80056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7" r:id="rId12"/>
    <p:sldLayoutId id="2147483688" r:id="rId13"/>
    <p:sldLayoutId id="2147483689" r:id="rId14"/>
    <p:sldLayoutId id="2147483671" r:id="rId15"/>
    <p:sldLayoutId id="2147483672" r:id="rId16"/>
    <p:sldLayoutId id="2147483673"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959822"/>
          </a:xfrm>
          <a:prstGeom prst="rect">
            <a:avLst/>
          </a:prstGeom>
        </p:spPr>
        <p:txBody>
          <a:bodyPr vert="horz" lIns="91440" tIns="45720" rIns="91440" bIns="45720" rtlCol="0" anchor="ctr">
            <a:normAutofit/>
          </a:bodyPr>
          <a:lstStyle/>
          <a:p>
            <a:r>
              <a:rPr lang="en-US"/>
              <a:t>Click to edit Master title style</a:t>
            </a:r>
            <a:endParaRPr lang="lt-LT"/>
          </a:p>
        </p:txBody>
      </p:sp>
      <p:sp>
        <p:nvSpPr>
          <p:cNvPr id="3" name="Text Placeholder 2"/>
          <p:cNvSpPr>
            <a:spLocks noGrp="1"/>
          </p:cNvSpPr>
          <p:nvPr>
            <p:ph type="body" idx="1"/>
          </p:nvPr>
        </p:nvSpPr>
        <p:spPr>
          <a:xfrm>
            <a:off x="838200" y="1520890"/>
            <a:ext cx="10515600" cy="465607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lt-LT"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de-AT"/>
              <a:t>Slides </a:t>
            </a:r>
            <a:fld id="{BE3DC40E-DBBE-4E2D-9EEC-FBF0DA0E9179}" type="slidenum">
              <a:rPr lang="de-AT" smtClean="0"/>
              <a:pPr/>
              <a:t>‹#›</a:t>
            </a:fld>
            <a:endParaRPr lang="de-AT" dirty="0"/>
          </a:p>
        </p:txBody>
      </p:sp>
    </p:spTree>
    <p:extLst>
      <p:ext uri="{BB962C8B-B14F-4D97-AF65-F5344CB8AC3E}">
        <p14:creationId xmlns:p14="http://schemas.microsoft.com/office/powerpoint/2010/main" val="412969115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4" r:id="rId13"/>
  </p:sldLayoutIdLst>
  <p:hf hdr="0" ftr="0" dt="0"/>
  <p:txStyles>
    <p:titleStyle>
      <a:lvl1pPr algn="l" defTabSz="914400" rtl="0" eaLnBrk="1" latinLnBrk="0" hangingPunct="1">
        <a:lnSpc>
          <a:spcPct val="90000"/>
        </a:lnSpc>
        <a:spcBef>
          <a:spcPct val="0"/>
        </a:spcBef>
        <a:buNone/>
        <a:defRPr sz="40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6.sv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 y="241738"/>
            <a:ext cx="12192000" cy="7089227"/>
          </a:xfrm>
          <a:prstGeom prst="rect">
            <a:avLst/>
          </a:prstGeom>
          <a:solidFill>
            <a:srgbClr val="0B4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4593" y="1200076"/>
            <a:ext cx="12192001" cy="5307540"/>
          </a:xfrm>
          <a:prstGeom prst="rect">
            <a:avLst/>
          </a:prstGeom>
        </p:spPr>
      </p:pic>
      <p:sp>
        <p:nvSpPr>
          <p:cNvPr id="4" name="Rectangle 3"/>
          <p:cNvSpPr/>
          <p:nvPr/>
        </p:nvSpPr>
        <p:spPr>
          <a:xfrm>
            <a:off x="1093944" y="5217036"/>
            <a:ext cx="10004111" cy="523220"/>
          </a:xfrm>
          <a:prstGeom prst="rect">
            <a:avLst/>
          </a:prstGeom>
        </p:spPr>
        <p:txBody>
          <a:bodyPr wrap="square">
            <a:spAutoFit/>
          </a:bodyPr>
          <a:lstStyle/>
          <a:p>
            <a:pPr algn="ctr">
              <a:defRPr/>
            </a:pPr>
            <a:r>
              <a:rPr kumimoji="0" lang="en-US" sz="2800" b="0" i="0" u="none" strike="noStrike" kern="1200" cap="none" spc="0" normalizeH="0" baseline="0" noProof="0" dirty="0">
                <a:ln>
                  <a:noFill/>
                </a:ln>
                <a:solidFill>
                  <a:prstClr val="white"/>
                </a:solidFill>
                <a:effectLst/>
                <a:uLnTx/>
                <a:uFillTx/>
                <a:cs typeface="Times New Roman" panose="02020603050405020304" pitchFamily="18" charset="0"/>
              </a:rPr>
              <a:t>Supervisor: </a:t>
            </a:r>
            <a:r>
              <a:rPr kumimoji="0" lang="lt-LT" sz="2800" b="0" i="0" u="none" strike="noStrike" kern="1200" cap="none" spc="0" normalizeH="0" baseline="0" noProof="0" dirty="0">
                <a:ln>
                  <a:noFill/>
                </a:ln>
                <a:solidFill>
                  <a:prstClr val="white"/>
                </a:solidFill>
                <a:effectLst/>
                <a:uLnTx/>
                <a:uFillTx/>
                <a:cs typeface="Times New Roman" panose="02020603050405020304" pitchFamily="18" charset="0"/>
              </a:rPr>
              <a:t>Prof. Dr. Diana Kalibatienė</a:t>
            </a:r>
            <a:endParaRPr kumimoji="0" lang="en-US" sz="2800" b="1" i="0" u="none" strike="noStrike" kern="1200" cap="none" spc="0" normalizeH="0" baseline="0" noProof="0" dirty="0">
              <a:ln>
                <a:noFill/>
              </a:ln>
              <a:solidFill>
                <a:prstClr val="white"/>
              </a:solidFill>
              <a:effectLst/>
              <a:uLnTx/>
              <a:uFillTx/>
              <a:cs typeface="Times New Roman" panose="02020603050405020304" pitchFamily="18" charset="0"/>
            </a:endParaRPr>
          </a:p>
        </p:txBody>
      </p:sp>
      <p:pic>
        <p:nvPicPr>
          <p:cNvPr id="8" name="Graphic 5">
            <a:extLst>
              <a:ext uri="{FF2B5EF4-FFF2-40B4-BE49-F238E27FC236}">
                <a16:creationId xmlns:a16="http://schemas.microsoft.com/office/drawing/2014/main" id="{175BDB0A-480F-9242-89CC-D1382FBB448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09454" y="283674"/>
            <a:ext cx="2277406" cy="968657"/>
          </a:xfrm>
          <a:prstGeom prst="rect">
            <a:avLst/>
          </a:prstGeom>
        </p:spPr>
      </p:pic>
      <p:sp>
        <p:nvSpPr>
          <p:cNvPr id="2" name="TextBox 1"/>
          <p:cNvSpPr txBox="1"/>
          <p:nvPr/>
        </p:nvSpPr>
        <p:spPr>
          <a:xfrm>
            <a:off x="1093945" y="1881583"/>
            <a:ext cx="10004110" cy="1574287"/>
          </a:xfrm>
          <a:prstGeom prst="rect">
            <a:avLst/>
          </a:prstGeom>
        </p:spPr>
        <p:txBody>
          <a:bodyPr vert="horz" lIns="91440" tIns="45720" rIns="91440" bIns="45720" rtlCol="0" anchor="b">
            <a:noAutofit/>
          </a:bodyPr>
          <a:lstStyle>
            <a:lvl1pPr>
              <a:lnSpc>
                <a:spcPct val="90000"/>
              </a:lnSpc>
              <a:spcBef>
                <a:spcPct val="0"/>
              </a:spcBef>
              <a:buNone/>
              <a:defRPr sz="360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mn-lt"/>
                <a:cs typeface="Times New Roman" panose="02020603050405020304" pitchFamily="18" charset="0"/>
              </a:rPr>
              <a:t>Machine Learning-based Scientific Article</a:t>
            </a:r>
            <a:br>
              <a:rPr kumimoji="0" lang="en-US" b="1" i="0" u="none" strike="noStrike" kern="1200" cap="none" spc="0" normalizeH="0" baseline="0" noProof="0" dirty="0">
                <a:ln>
                  <a:noFill/>
                </a:ln>
                <a:solidFill>
                  <a:prstClr val="white"/>
                </a:solidFill>
                <a:effectLst/>
                <a:uLnTx/>
                <a:uFillTx/>
                <a:latin typeface="+mn-lt"/>
                <a:cs typeface="Times New Roman" panose="02020603050405020304" pitchFamily="18" charset="0"/>
              </a:rPr>
            </a:br>
            <a:r>
              <a:rPr kumimoji="0" lang="en-US" b="1" i="0" u="none" strike="noStrike" kern="1200" cap="none" spc="0" normalizeH="0" baseline="0" noProof="0" dirty="0">
                <a:ln>
                  <a:noFill/>
                </a:ln>
                <a:solidFill>
                  <a:prstClr val="white"/>
                </a:solidFill>
                <a:effectLst/>
                <a:uLnTx/>
                <a:uFillTx/>
                <a:latin typeface="+mn-lt"/>
                <a:cs typeface="Times New Roman" panose="02020603050405020304" pitchFamily="18" charset="0"/>
              </a:rPr>
              <a:t>Similarity Checking Research</a:t>
            </a:r>
            <a:endParaRPr kumimoji="0" lang="en-GB" sz="2400" b="1" i="0" u="none" strike="noStrike" kern="1200" cap="none" spc="0" normalizeH="0" baseline="0" noProof="0" dirty="0">
              <a:ln>
                <a:noFill/>
              </a:ln>
              <a:solidFill>
                <a:prstClr val="white"/>
              </a:solidFill>
              <a:effectLst/>
              <a:uLnTx/>
              <a:uFillTx/>
              <a:latin typeface="+mn-lt"/>
              <a:cs typeface="Times New Roman" panose="02020603050405020304" pitchFamily="18" charset="0"/>
            </a:endParaRPr>
          </a:p>
        </p:txBody>
      </p:sp>
      <p:sp>
        <p:nvSpPr>
          <p:cNvPr id="9" name="TextBox 8">
            <a:extLst>
              <a:ext uri="{FF2B5EF4-FFF2-40B4-BE49-F238E27FC236}">
                <a16:creationId xmlns:a16="http://schemas.microsoft.com/office/drawing/2014/main" id="{61CEC525-ADC2-46FE-8080-1BD5416673D0}"/>
              </a:ext>
            </a:extLst>
          </p:cNvPr>
          <p:cNvSpPr txBox="1"/>
          <p:nvPr/>
        </p:nvSpPr>
        <p:spPr>
          <a:xfrm>
            <a:off x="1912188" y="3964072"/>
            <a:ext cx="8367622" cy="930840"/>
          </a:xfrm>
          <a:prstGeom prst="rect">
            <a:avLst/>
          </a:prstGeom>
        </p:spPr>
        <p:txBody>
          <a:bodyPr vert="horz" lIns="91440" tIns="45720" rIns="91440" bIns="45720" rtlCol="0" anchor="b">
            <a:noAutofit/>
          </a:bodyPr>
          <a:lstStyle>
            <a:defPPr>
              <a:defRPr lang="lt-LT"/>
            </a:defPPr>
            <a:lvl1pPr marR="0" lvl="0" indent="0" algn="ctr" fontAlgn="auto">
              <a:lnSpc>
                <a:spcPct val="90000"/>
              </a:lnSpc>
              <a:spcBef>
                <a:spcPct val="0"/>
              </a:spcBef>
              <a:spcAft>
                <a:spcPts val="0"/>
              </a:spcAft>
              <a:buClrTx/>
              <a:buSzTx/>
              <a:buFontTx/>
              <a:buNone/>
              <a:tabLst/>
              <a:defRPr kumimoji="0" sz="4400" b="1" i="0" u="none" strike="noStrike" cap="none" spc="0" normalizeH="0" baseline="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defRPr>
            </a:lvl1pPr>
          </a:lstStyle>
          <a:p>
            <a:r>
              <a:rPr lang="en-US" sz="3200" dirty="0" err="1">
                <a:latin typeface="+mn-lt"/>
                <a:cs typeface="Times New Roman" panose="02020603050405020304" pitchFamily="18" charset="0"/>
              </a:rPr>
              <a:t>Shinthiya</a:t>
            </a:r>
            <a:r>
              <a:rPr lang="en-US" sz="3200" dirty="0">
                <a:latin typeface="+mn-lt"/>
                <a:cs typeface="Times New Roman" panose="02020603050405020304" pitchFamily="18" charset="0"/>
              </a:rPr>
              <a:t> </a:t>
            </a:r>
            <a:r>
              <a:rPr lang="en-US" sz="3200" dirty="0" err="1">
                <a:latin typeface="+mn-lt"/>
                <a:cs typeface="Times New Roman" panose="02020603050405020304" pitchFamily="18" charset="0"/>
              </a:rPr>
              <a:t>Nowsain</a:t>
            </a:r>
            <a:r>
              <a:rPr lang="en-US" sz="3200" dirty="0">
                <a:latin typeface="+mn-lt"/>
                <a:cs typeface="Times New Roman" panose="02020603050405020304" pitchFamily="18" charset="0"/>
              </a:rPr>
              <a:t> </a:t>
            </a:r>
            <a:r>
              <a:rPr lang="en-US" sz="3200" dirty="0" err="1">
                <a:latin typeface="+mn-lt"/>
                <a:cs typeface="Times New Roman" panose="02020603050405020304" pitchFamily="18" charset="0"/>
              </a:rPr>
              <a:t>Promi</a:t>
            </a:r>
            <a:br>
              <a:rPr lang="en-US" sz="3200" dirty="0">
                <a:latin typeface="+mn-lt"/>
                <a:cs typeface="Times New Roman" panose="02020603050405020304" pitchFamily="18" charset="0"/>
              </a:rPr>
            </a:br>
            <a:r>
              <a:rPr lang="en-US" sz="1800" dirty="0">
                <a:latin typeface="+mn-lt"/>
                <a:cs typeface="Times New Roman" panose="02020603050405020304" pitchFamily="18" charset="0"/>
              </a:rPr>
              <a:t>ISIfmu-25</a:t>
            </a:r>
            <a:endParaRPr lang="en-US" sz="3200" dirty="0">
              <a:latin typeface="+mn-lt"/>
              <a:cs typeface="Times New Roman" panose="02020603050405020304" pitchFamily="18" charset="0"/>
            </a:endParaRPr>
          </a:p>
          <a:p>
            <a:r>
              <a:rPr kumimoji="0" lang="en-US" sz="2000" b="0" i="0" u="none" strike="noStrike" kern="1200" cap="none" spc="0" normalizeH="0" baseline="0" noProof="0" dirty="0">
                <a:ln>
                  <a:noFill/>
                </a:ln>
                <a:solidFill>
                  <a:prstClr val="white"/>
                </a:solidFill>
                <a:effectLst/>
                <a:uLnTx/>
                <a:uFillTx/>
                <a:latin typeface="+mn-lt"/>
                <a:ea typeface="+mn-ea"/>
                <a:cs typeface="Times New Roman" panose="02020603050405020304" pitchFamily="18" charset="0"/>
              </a:rPr>
              <a:t>(e-mail: </a:t>
            </a:r>
            <a:r>
              <a:rPr kumimoji="0" lang="en-US" sz="2000" b="0" i="0" u="none" strike="noStrike" kern="1200" cap="none" spc="0" normalizeH="0" baseline="0" noProof="0" dirty="0" err="1">
                <a:ln>
                  <a:noFill/>
                </a:ln>
                <a:solidFill>
                  <a:prstClr val="white"/>
                </a:solidFill>
                <a:effectLst/>
                <a:uLnTx/>
                <a:uFillTx/>
                <a:latin typeface="+mn-lt"/>
                <a:ea typeface="+mn-ea"/>
                <a:cs typeface="Times New Roman" panose="02020603050405020304" pitchFamily="18" charset="0"/>
              </a:rPr>
              <a:t>shinthiya-nowsain.promi@stud.vilniustech.lt</a:t>
            </a:r>
            <a:r>
              <a:rPr kumimoji="0" lang="en-US" sz="2000" b="0" i="0" u="none" strike="noStrike" kern="1200" cap="none" spc="0" normalizeH="0" baseline="0" noProof="0" dirty="0">
                <a:ln>
                  <a:noFill/>
                </a:ln>
                <a:solidFill>
                  <a:prstClr val="white"/>
                </a:solidFill>
                <a:effectLst/>
                <a:uLnTx/>
                <a:uFillTx/>
                <a:latin typeface="+mn-lt"/>
                <a:ea typeface="+mn-ea"/>
                <a:cs typeface="Times New Roman" panose="02020603050405020304" pitchFamily="18" charset="0"/>
              </a:rPr>
              <a:t> )</a:t>
            </a:r>
            <a:endParaRPr kumimoji="0" lang="en-US" sz="2400" b="0" i="0" u="none" strike="noStrike" kern="1200" cap="none" spc="0" normalizeH="0" baseline="0" noProof="0" dirty="0">
              <a:ln>
                <a:noFill/>
              </a:ln>
              <a:solidFill>
                <a:prstClr val="white"/>
              </a:solidFill>
              <a:effectLst/>
              <a:uLnTx/>
              <a:uFillTx/>
              <a:latin typeface="+mn-lt"/>
              <a:ea typeface="+mn-ea"/>
              <a:cs typeface="Times New Roman" panose="02020603050405020304" pitchFamily="18" charset="0"/>
            </a:endParaRPr>
          </a:p>
        </p:txBody>
      </p:sp>
      <p:sp>
        <p:nvSpPr>
          <p:cNvPr id="6" name="TextBox 5">
            <a:extLst>
              <a:ext uri="{FF2B5EF4-FFF2-40B4-BE49-F238E27FC236}">
                <a16:creationId xmlns:a16="http://schemas.microsoft.com/office/drawing/2014/main" id="{373C2207-B655-4C60-9566-1B7F59DD8738}"/>
              </a:ext>
            </a:extLst>
          </p:cNvPr>
          <p:cNvSpPr txBox="1"/>
          <p:nvPr/>
        </p:nvSpPr>
        <p:spPr>
          <a:xfrm>
            <a:off x="9733005" y="6325597"/>
            <a:ext cx="2458994" cy="369332"/>
          </a:xfrm>
          <a:prstGeom prst="rect">
            <a:avLst/>
          </a:prstGeom>
          <a:noFill/>
        </p:spPr>
        <p:txBody>
          <a:bodyPr wrap="square" rtlCol="0">
            <a:spAutoFit/>
          </a:bodyPr>
          <a:lstStyle/>
          <a:p>
            <a:r>
              <a:rPr lang="en-US" dirty="0">
                <a:solidFill>
                  <a:schemeClr val="bg1"/>
                </a:solidFill>
                <a:cs typeface="Times New Roman" panose="02020603050405020304" pitchFamily="18" charset="0"/>
              </a:rPr>
              <a:t>2026-01-20</a:t>
            </a:r>
            <a:endParaRPr lang="lt-LT"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922308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8CB2C7-1E5E-4384-934B-BE713C8053C5}"/>
              </a:ext>
            </a:extLst>
          </p:cNvPr>
          <p:cNvSpPr>
            <a:spLocks noGrp="1"/>
          </p:cNvSpPr>
          <p:nvPr>
            <p:ph idx="1"/>
          </p:nvPr>
        </p:nvSpPr>
        <p:spPr>
          <a:xfrm>
            <a:off x="711200" y="1876114"/>
            <a:ext cx="11151029" cy="3701726"/>
          </a:xfrm>
        </p:spPr>
        <p:txBody>
          <a:bodyPr>
            <a:normAutofit fontScale="92500" lnSpcReduction="20000"/>
          </a:bodyPr>
          <a:lstStyle/>
          <a:p>
            <a:r>
              <a:rPr lang="en-US" sz="2400" dirty="0">
                <a:latin typeface="+mn-lt"/>
                <a:cs typeface="Times New Roman" panose="02020603050405020304" pitchFamily="18" charset="0"/>
              </a:rPr>
              <a:t>Introduction</a:t>
            </a:r>
          </a:p>
          <a:p>
            <a:r>
              <a:rPr lang="en-US" sz="2400" dirty="0">
                <a:latin typeface="+mn-lt"/>
                <a:cs typeface="Times New Roman" panose="02020603050405020304" pitchFamily="18" charset="0"/>
              </a:rPr>
              <a:t>Problem Domain</a:t>
            </a:r>
          </a:p>
          <a:p>
            <a:r>
              <a:rPr lang="en-US" sz="2400" dirty="0">
                <a:latin typeface="+mn-lt"/>
                <a:cs typeface="Times New Roman" panose="02020603050405020304" pitchFamily="18" charset="0"/>
              </a:rPr>
              <a:t>Aim and Tasks</a:t>
            </a:r>
          </a:p>
          <a:p>
            <a:r>
              <a:rPr lang="en-US" sz="2400" dirty="0">
                <a:latin typeface="+mn-lt"/>
                <a:cs typeface="Times New Roman" panose="02020603050405020304" pitchFamily="18" charset="0"/>
              </a:rPr>
              <a:t>Related Work Analysis</a:t>
            </a:r>
          </a:p>
          <a:p>
            <a:r>
              <a:rPr lang="en-US" sz="2400" dirty="0">
                <a:latin typeface="+mn-lt"/>
                <a:cs typeface="Times New Roman" panose="02020603050405020304" pitchFamily="18" charset="0"/>
              </a:rPr>
              <a:t>Literature Review: Taxonomy</a:t>
            </a:r>
          </a:p>
          <a:p>
            <a:r>
              <a:rPr lang="en-US" sz="2400" dirty="0">
                <a:latin typeface="+mn-lt"/>
                <a:cs typeface="Times New Roman" panose="02020603050405020304" pitchFamily="18" charset="0"/>
              </a:rPr>
              <a:t>Literature Review: Methodology Comparison</a:t>
            </a:r>
          </a:p>
          <a:p>
            <a:r>
              <a:rPr lang="en-US" sz="2400" dirty="0">
                <a:latin typeface="+mn-lt"/>
                <a:cs typeface="Times New Roman" panose="02020603050405020304" pitchFamily="18" charset="0"/>
              </a:rPr>
              <a:t>Literature Review: Findings</a:t>
            </a:r>
          </a:p>
          <a:p>
            <a:r>
              <a:rPr lang="en-US" sz="2400" dirty="0">
                <a:latin typeface="+mn-lt"/>
                <a:cs typeface="Times New Roman" panose="02020603050405020304" pitchFamily="18" charset="0"/>
              </a:rPr>
              <a:t>Possible Proposed Approach</a:t>
            </a:r>
          </a:p>
          <a:p>
            <a:r>
              <a:rPr lang="en-US" sz="2400" dirty="0">
                <a:latin typeface="+mn-lt"/>
                <a:cs typeface="Times New Roman" panose="02020603050405020304" pitchFamily="18" charset="0"/>
              </a:rPr>
              <a:t>Future Work</a:t>
            </a:r>
          </a:p>
          <a:p>
            <a:r>
              <a:rPr lang="en-US" sz="2400" dirty="0">
                <a:latin typeface="+mn-lt"/>
                <a:cs typeface="Times New Roman" panose="02020603050405020304" pitchFamily="18" charset="0"/>
              </a:rPr>
              <a:t>Conclusions</a:t>
            </a:r>
          </a:p>
        </p:txBody>
      </p:sp>
      <p:sp>
        <p:nvSpPr>
          <p:cNvPr id="3" name="Slide Number Placeholder 2">
            <a:extLst>
              <a:ext uri="{FF2B5EF4-FFF2-40B4-BE49-F238E27FC236}">
                <a16:creationId xmlns:a16="http://schemas.microsoft.com/office/drawing/2014/main" id="{C6EEE2D3-66BD-4A77-85EA-A8453DBFB136}"/>
              </a:ext>
            </a:extLst>
          </p:cNvPr>
          <p:cNvSpPr>
            <a:spLocks noGrp="1"/>
          </p:cNvSpPr>
          <p:nvPr>
            <p:ph type="sldNum" sz="quarter" idx="12"/>
          </p:nvPr>
        </p:nvSpPr>
        <p:spPr/>
        <p:txBody>
          <a:bodyPr/>
          <a:lstStyle/>
          <a:p>
            <a:fld id="{AD74A76B-B836-484A-AF51-E7D185AEA26F}" type="slidenum">
              <a:rPr lang="en-US" smtClean="0"/>
              <a:pPr/>
              <a:t>2</a:t>
            </a:fld>
            <a:endParaRPr lang="en-US" dirty="0"/>
          </a:p>
        </p:txBody>
      </p:sp>
      <p:sp>
        <p:nvSpPr>
          <p:cNvPr id="4" name="Title 3">
            <a:extLst>
              <a:ext uri="{FF2B5EF4-FFF2-40B4-BE49-F238E27FC236}">
                <a16:creationId xmlns:a16="http://schemas.microsoft.com/office/drawing/2014/main" id="{5490C965-18B4-47C7-B3AD-955CBE4D5C55}"/>
              </a:ext>
            </a:extLst>
          </p:cNvPr>
          <p:cNvSpPr>
            <a:spLocks noGrp="1"/>
          </p:cNvSpPr>
          <p:nvPr>
            <p:ph type="title"/>
          </p:nvPr>
        </p:nvSpPr>
        <p:spPr/>
        <p:txBody>
          <a:bodyPr/>
          <a:lstStyle/>
          <a:p>
            <a:r>
              <a:rPr lang="en-US" sz="3600" dirty="0">
                <a:latin typeface="+mn-lt"/>
                <a:cs typeface="Times New Roman" panose="02020603050405020304" pitchFamily="18" charset="0"/>
              </a:rPr>
              <a:t>Agenda</a:t>
            </a:r>
            <a:endParaRPr lang="lt-LT" dirty="0">
              <a:latin typeface="+mn-lt"/>
              <a:cs typeface="Times New Roman" panose="02020603050405020304" pitchFamily="18" charset="0"/>
            </a:endParaRPr>
          </a:p>
        </p:txBody>
      </p:sp>
    </p:spTree>
    <p:extLst>
      <p:ext uri="{BB962C8B-B14F-4D97-AF65-F5344CB8AC3E}">
        <p14:creationId xmlns:p14="http://schemas.microsoft.com/office/powerpoint/2010/main" val="1512246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71621E-DC3C-BC73-30DA-5BC1447F4D91}"/>
              </a:ext>
            </a:extLst>
          </p:cNvPr>
          <p:cNvSpPr>
            <a:spLocks noGrp="1"/>
          </p:cNvSpPr>
          <p:nvPr>
            <p:ph idx="1"/>
          </p:nvPr>
        </p:nvSpPr>
        <p:spPr/>
        <p:txBody>
          <a:bodyPr>
            <a:normAutofit/>
          </a:bodyPr>
          <a:lstStyle/>
          <a:p>
            <a:pPr marL="0" indent="0">
              <a:buNone/>
            </a:pPr>
            <a:r>
              <a:rPr lang="en-US" sz="2400" dirty="0">
                <a:latin typeface="+mn-lt"/>
                <a:cs typeface="Times New Roman" panose="02020603050405020304" pitchFamily="18" charset="0"/>
              </a:rPr>
              <a:t>Plagiarism is the act of taking someone else’s work, ideas, or writing and presenting them as your own without giving proper credit. This research explores how we can use Machine Learning to automatically check and compare scientific articles to see how similar they are. </a:t>
            </a:r>
          </a:p>
          <a:p>
            <a:pPr marL="0" indent="0">
              <a:buNone/>
            </a:pPr>
            <a:r>
              <a:rPr lang="en-US" sz="2400" dirty="0">
                <a:latin typeface="+mn-lt"/>
                <a:cs typeface="Times New Roman" panose="02020603050405020304" pitchFamily="18" charset="0"/>
              </a:rPr>
              <a:t>Developing these advanced tools is vital for protecting the honesty of research and managing the huge number of academic papers being published today.</a:t>
            </a:r>
          </a:p>
        </p:txBody>
      </p:sp>
      <p:sp>
        <p:nvSpPr>
          <p:cNvPr id="3" name="Slide Number Placeholder 2">
            <a:extLst>
              <a:ext uri="{FF2B5EF4-FFF2-40B4-BE49-F238E27FC236}">
                <a16:creationId xmlns:a16="http://schemas.microsoft.com/office/drawing/2014/main" id="{AA7C1764-553C-6317-263B-3C1DCE86A545}"/>
              </a:ext>
            </a:extLst>
          </p:cNvPr>
          <p:cNvSpPr>
            <a:spLocks noGrp="1"/>
          </p:cNvSpPr>
          <p:nvPr>
            <p:ph type="sldNum" sz="quarter" idx="12"/>
          </p:nvPr>
        </p:nvSpPr>
        <p:spPr/>
        <p:txBody>
          <a:bodyPr/>
          <a:lstStyle/>
          <a:p>
            <a:fld id="{AD74A76B-B836-484A-AF51-E7D185AEA26F}" type="slidenum">
              <a:rPr lang="en-US" smtClean="0"/>
              <a:pPr/>
              <a:t>3</a:t>
            </a:fld>
            <a:endParaRPr lang="en-US" dirty="0"/>
          </a:p>
        </p:txBody>
      </p:sp>
      <p:sp>
        <p:nvSpPr>
          <p:cNvPr id="4" name="Title 3">
            <a:extLst>
              <a:ext uri="{FF2B5EF4-FFF2-40B4-BE49-F238E27FC236}">
                <a16:creationId xmlns:a16="http://schemas.microsoft.com/office/drawing/2014/main" id="{EA4484DB-408B-C8F9-C21B-38D7195656F3}"/>
              </a:ext>
            </a:extLst>
          </p:cNvPr>
          <p:cNvSpPr>
            <a:spLocks noGrp="1"/>
          </p:cNvSpPr>
          <p:nvPr>
            <p:ph type="title"/>
          </p:nvPr>
        </p:nvSpPr>
        <p:spPr/>
        <p:txBody>
          <a:bodyPr/>
          <a:lstStyle/>
          <a:p>
            <a:r>
              <a:rPr lang="en-US" dirty="0">
                <a:latin typeface="+mn-lt"/>
                <a:cs typeface="Times New Roman" panose="02020603050405020304" pitchFamily="18" charset="0"/>
              </a:rPr>
              <a:t>Introduction </a:t>
            </a:r>
          </a:p>
        </p:txBody>
      </p:sp>
    </p:spTree>
    <p:extLst>
      <p:ext uri="{BB962C8B-B14F-4D97-AF65-F5344CB8AC3E}">
        <p14:creationId xmlns:p14="http://schemas.microsoft.com/office/powerpoint/2010/main" val="2861227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F853DE-B290-46F9-A9F9-825E7C21C74A}"/>
              </a:ext>
            </a:extLst>
          </p:cNvPr>
          <p:cNvSpPr>
            <a:spLocks noGrp="1"/>
          </p:cNvSpPr>
          <p:nvPr>
            <p:ph idx="1"/>
          </p:nvPr>
        </p:nvSpPr>
        <p:spPr/>
        <p:txBody>
          <a:bodyPr>
            <a:normAutofit/>
          </a:bodyPr>
          <a:lstStyle/>
          <a:p>
            <a:pPr marL="0" indent="0">
              <a:buNone/>
            </a:pPr>
            <a:endParaRPr lang="en-US" sz="2600" dirty="0">
              <a:latin typeface="+mn-lt"/>
              <a:cs typeface="Times New Roman" panose="02020603050405020304" pitchFamily="18" charset="0"/>
            </a:endParaRPr>
          </a:p>
          <a:p>
            <a:pPr marL="0" indent="0">
              <a:buNone/>
            </a:pPr>
            <a:r>
              <a:rPr lang="en-US" sz="2600" dirty="0">
                <a:latin typeface="+mn-lt"/>
                <a:cs typeface="Times New Roman" panose="02020603050405020304" pitchFamily="18" charset="0"/>
              </a:rPr>
              <a:t>How can we effectively detect semantic plagiarism in scientific articles given the complexity of domain specific jargon?</a:t>
            </a:r>
          </a:p>
          <a:p>
            <a:endParaRPr lang="en-US" sz="2600" dirty="0">
              <a:latin typeface="+mn-lt"/>
              <a:cs typeface="Times New Roman" panose="02020603050405020304" pitchFamily="18" charset="0"/>
            </a:endParaRPr>
          </a:p>
          <a:p>
            <a:pPr marL="0" indent="0">
              <a:buNone/>
            </a:pPr>
            <a:r>
              <a:rPr lang="en-US" sz="2600" dirty="0">
                <a:latin typeface="+mn-lt"/>
                <a:cs typeface="Times New Roman" panose="02020603050405020304" pitchFamily="18" charset="0"/>
              </a:rPr>
              <a:t>Object</a:t>
            </a:r>
          </a:p>
          <a:p>
            <a:pPr marL="0" indent="0">
              <a:buNone/>
            </a:pPr>
            <a:r>
              <a:rPr lang="en-US" sz="2600" dirty="0">
                <a:latin typeface="+mn-lt"/>
                <a:cs typeface="Times New Roman" panose="02020603050405020304" pitchFamily="18" charset="0"/>
              </a:rPr>
              <a:t>Machine learning and Natural Language Processing (NLP) algorithms designed for semantic text similarity assessment in scientific literature.</a:t>
            </a:r>
          </a:p>
        </p:txBody>
      </p:sp>
      <p:sp>
        <p:nvSpPr>
          <p:cNvPr id="3" name="Slide Number Placeholder 2">
            <a:extLst>
              <a:ext uri="{FF2B5EF4-FFF2-40B4-BE49-F238E27FC236}">
                <a16:creationId xmlns:a16="http://schemas.microsoft.com/office/drawing/2014/main" id="{53FA3D8A-82C4-45D9-855C-3FBBEC0E5EC2}"/>
              </a:ext>
            </a:extLst>
          </p:cNvPr>
          <p:cNvSpPr>
            <a:spLocks noGrp="1"/>
          </p:cNvSpPr>
          <p:nvPr>
            <p:ph type="sldNum" sz="quarter" idx="12"/>
          </p:nvPr>
        </p:nvSpPr>
        <p:spPr/>
        <p:txBody>
          <a:bodyPr/>
          <a:lstStyle/>
          <a:p>
            <a:fld id="{AD74A76B-B836-484A-AF51-E7D185AEA26F}" type="slidenum">
              <a:rPr lang="en-US" smtClean="0"/>
              <a:pPr/>
              <a:t>4</a:t>
            </a:fld>
            <a:endParaRPr lang="en-US" dirty="0"/>
          </a:p>
        </p:txBody>
      </p:sp>
      <p:sp>
        <p:nvSpPr>
          <p:cNvPr id="4" name="Title 3">
            <a:extLst>
              <a:ext uri="{FF2B5EF4-FFF2-40B4-BE49-F238E27FC236}">
                <a16:creationId xmlns:a16="http://schemas.microsoft.com/office/drawing/2014/main" id="{F273BB5D-8516-4710-8820-F3FB94D1850B}"/>
              </a:ext>
            </a:extLst>
          </p:cNvPr>
          <p:cNvSpPr>
            <a:spLocks noGrp="1"/>
          </p:cNvSpPr>
          <p:nvPr>
            <p:ph type="title"/>
          </p:nvPr>
        </p:nvSpPr>
        <p:spPr/>
        <p:txBody>
          <a:bodyPr/>
          <a:lstStyle/>
          <a:p>
            <a:r>
              <a:rPr lang="en-US" dirty="0">
                <a:latin typeface="+mn-lt"/>
                <a:cs typeface="Times New Roman" panose="02020603050405020304" pitchFamily="18" charset="0"/>
              </a:rPr>
              <a:t>Problem Domain</a:t>
            </a:r>
            <a:endParaRPr lang="lt-LT" dirty="0">
              <a:latin typeface="+mn-lt"/>
              <a:cs typeface="Times New Roman" panose="02020603050405020304" pitchFamily="18" charset="0"/>
            </a:endParaRPr>
          </a:p>
        </p:txBody>
      </p:sp>
    </p:spTree>
    <p:extLst>
      <p:ext uri="{BB962C8B-B14F-4D97-AF65-F5344CB8AC3E}">
        <p14:creationId xmlns:p14="http://schemas.microsoft.com/office/powerpoint/2010/main" val="715984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42C061-926D-47F6-9F0F-8B5871192B3B}"/>
              </a:ext>
            </a:extLst>
          </p:cNvPr>
          <p:cNvSpPr>
            <a:spLocks noGrp="1"/>
          </p:cNvSpPr>
          <p:nvPr>
            <p:ph idx="1"/>
          </p:nvPr>
        </p:nvSpPr>
        <p:spPr>
          <a:xfrm>
            <a:off x="609600" y="1700808"/>
            <a:ext cx="11151029" cy="3887192"/>
          </a:xfrm>
        </p:spPr>
        <p:txBody>
          <a:bodyPr>
            <a:normAutofit/>
          </a:bodyPr>
          <a:lstStyle/>
          <a:p>
            <a:pPr marL="0" indent="0">
              <a:lnSpc>
                <a:spcPct val="100000"/>
              </a:lnSpc>
              <a:buNone/>
            </a:pPr>
            <a:r>
              <a:rPr lang="en-US" sz="2300" dirty="0">
                <a:latin typeface="+mn-lt"/>
                <a:cs typeface="Times New Roman" panose="02020603050405020304" pitchFamily="18" charset="0"/>
              </a:rPr>
              <a:t>Aim:</a:t>
            </a:r>
          </a:p>
          <a:p>
            <a:pPr marL="457200" lvl="1" indent="0">
              <a:lnSpc>
                <a:spcPct val="100000"/>
              </a:lnSpc>
              <a:buNone/>
            </a:pPr>
            <a:r>
              <a:rPr lang="en-US" sz="2100" b="1" i="1" dirty="0">
                <a:latin typeface="+mn-lt"/>
                <a:cs typeface="Times New Roman" panose="02020603050405020304" pitchFamily="18" charset="0"/>
              </a:rPr>
              <a:t>To improve the detection of semantic plagiarism in scientific articles by developing a hybrid similarity checking model.</a:t>
            </a:r>
            <a:endParaRPr lang="en-US" sz="2100" dirty="0">
              <a:latin typeface="+mn-lt"/>
              <a:cs typeface="Times New Roman" panose="02020603050405020304" pitchFamily="18" charset="0"/>
            </a:endParaRPr>
          </a:p>
          <a:p>
            <a:pPr marL="0" indent="0">
              <a:lnSpc>
                <a:spcPct val="100000"/>
              </a:lnSpc>
              <a:buNone/>
            </a:pPr>
            <a:r>
              <a:rPr lang="en-US" sz="2300" dirty="0">
                <a:latin typeface="+mn-lt"/>
                <a:cs typeface="Times New Roman" panose="02020603050405020304" pitchFamily="18" charset="0"/>
              </a:rPr>
              <a:t>Tasks:</a:t>
            </a:r>
          </a:p>
          <a:p>
            <a:pPr marL="914400" lvl="1" indent="-457200">
              <a:lnSpc>
                <a:spcPct val="100000"/>
              </a:lnSpc>
              <a:buFont typeface="+mj-lt"/>
              <a:buAutoNum type="arabicPeriod"/>
            </a:pPr>
            <a:r>
              <a:rPr lang="en-US" sz="2100" b="1" dirty="0">
                <a:latin typeface="+mn-lt"/>
                <a:cs typeface="Times New Roman" panose="02020603050405020304" pitchFamily="18" charset="0"/>
              </a:rPr>
              <a:t>Analyze</a:t>
            </a:r>
            <a:r>
              <a:rPr lang="en-US" sz="2100" dirty="0">
                <a:latin typeface="+mn-lt"/>
                <a:cs typeface="Times New Roman" panose="02020603050405020304" pitchFamily="18" charset="0"/>
              </a:rPr>
              <a:t> the related literature for the state-of-the-art text similarity detection methods.</a:t>
            </a:r>
          </a:p>
          <a:p>
            <a:pPr marL="914400" lvl="1" indent="-457200">
              <a:lnSpc>
                <a:spcPct val="100000"/>
              </a:lnSpc>
              <a:buFont typeface="+mj-lt"/>
              <a:buAutoNum type="arabicPeriod"/>
            </a:pPr>
            <a:r>
              <a:rPr lang="en-US" sz="2100" b="1" dirty="0">
                <a:latin typeface="+mn-lt"/>
                <a:cs typeface="Times New Roman" panose="02020603050405020304" pitchFamily="18" charset="0"/>
              </a:rPr>
              <a:t>Propose</a:t>
            </a:r>
            <a:r>
              <a:rPr lang="en-US" sz="2100" dirty="0">
                <a:latin typeface="+mn-lt"/>
                <a:cs typeface="Times New Roman" panose="02020603050405020304" pitchFamily="18" charset="0"/>
              </a:rPr>
              <a:t> a scientific article similarity approach that combines semantic vector representations with syntactic alignment.</a:t>
            </a:r>
          </a:p>
          <a:p>
            <a:pPr marL="914400" lvl="1" indent="-457200">
              <a:lnSpc>
                <a:spcPct val="100000"/>
              </a:lnSpc>
              <a:buFont typeface="+mj-lt"/>
              <a:buAutoNum type="arabicPeriod"/>
            </a:pPr>
            <a:r>
              <a:rPr lang="en-US" sz="2100" b="1" dirty="0">
                <a:latin typeface="+mn-lt"/>
                <a:cs typeface="Times New Roman" panose="02020603050405020304" pitchFamily="18" charset="0"/>
              </a:rPr>
              <a:t>Implement</a:t>
            </a:r>
            <a:r>
              <a:rPr lang="en-US" sz="2100" dirty="0">
                <a:latin typeface="+mn-lt"/>
                <a:cs typeface="Times New Roman" panose="02020603050405020304" pitchFamily="18" charset="0"/>
              </a:rPr>
              <a:t> the proposed approach and experimentally evaluate performance against baseline models.</a:t>
            </a:r>
          </a:p>
          <a:p>
            <a:pPr>
              <a:lnSpc>
                <a:spcPct val="100000"/>
              </a:lnSpc>
            </a:pPr>
            <a:endParaRPr lang="en-US" sz="2400" dirty="0">
              <a:latin typeface="+mn-lt"/>
              <a:cs typeface="Times New Roman" panose="02020603050405020304" pitchFamily="18" charset="0"/>
            </a:endParaRPr>
          </a:p>
          <a:p>
            <a:pPr>
              <a:lnSpc>
                <a:spcPct val="100000"/>
              </a:lnSpc>
            </a:pPr>
            <a:endParaRPr lang="en-US" sz="2400" dirty="0">
              <a:latin typeface="+mn-lt"/>
              <a:cs typeface="Times New Roman" panose="02020603050405020304" pitchFamily="18" charset="0"/>
            </a:endParaRPr>
          </a:p>
        </p:txBody>
      </p:sp>
      <p:sp>
        <p:nvSpPr>
          <p:cNvPr id="3" name="Slide Number Placeholder 2">
            <a:extLst>
              <a:ext uri="{FF2B5EF4-FFF2-40B4-BE49-F238E27FC236}">
                <a16:creationId xmlns:a16="http://schemas.microsoft.com/office/drawing/2014/main" id="{9F92D6C3-3211-4413-9095-237456C7B9EB}"/>
              </a:ext>
            </a:extLst>
          </p:cNvPr>
          <p:cNvSpPr>
            <a:spLocks noGrp="1"/>
          </p:cNvSpPr>
          <p:nvPr>
            <p:ph type="sldNum" sz="quarter" idx="12"/>
          </p:nvPr>
        </p:nvSpPr>
        <p:spPr/>
        <p:txBody>
          <a:bodyPr/>
          <a:lstStyle/>
          <a:p>
            <a:fld id="{AD74A76B-B836-484A-AF51-E7D185AEA26F}" type="slidenum">
              <a:rPr lang="en-US" smtClean="0"/>
              <a:pPr/>
              <a:t>5</a:t>
            </a:fld>
            <a:endParaRPr lang="en-US" dirty="0"/>
          </a:p>
        </p:txBody>
      </p:sp>
      <p:sp>
        <p:nvSpPr>
          <p:cNvPr id="4" name="Title 3">
            <a:extLst>
              <a:ext uri="{FF2B5EF4-FFF2-40B4-BE49-F238E27FC236}">
                <a16:creationId xmlns:a16="http://schemas.microsoft.com/office/drawing/2014/main" id="{B030CA1C-14A6-4FF2-8326-F2832ACB861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Aim and Tasks</a:t>
            </a:r>
            <a:endParaRPr lang="lt-L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674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257C55-1460-9403-40AC-6FDCCC2CA60D}"/>
              </a:ext>
            </a:extLst>
          </p:cNvPr>
          <p:cNvSpPr>
            <a:spLocks noGrp="1"/>
          </p:cNvSpPr>
          <p:nvPr>
            <p:ph idx="1"/>
          </p:nvPr>
        </p:nvSpPr>
        <p:spPr>
          <a:xfrm>
            <a:off x="609600" y="1822728"/>
            <a:ext cx="11151029" cy="3511272"/>
          </a:xfrm>
        </p:spPr>
        <p:txBody>
          <a:bodyPr>
            <a:normAutofit/>
          </a:bodyPr>
          <a:lstStyle/>
          <a:p>
            <a:pPr marL="0" indent="0">
              <a:buNone/>
            </a:pPr>
            <a:r>
              <a:rPr lang="en-US" sz="2400" dirty="0">
                <a:latin typeface="+mn-lt"/>
                <a:cs typeface="Times New Roman" panose="02020603050405020304" pitchFamily="18" charset="0"/>
              </a:rPr>
              <a:t>The related work analysis presents a systematic review of related scientific literatures, tracing the evolution of detection methodologies. </a:t>
            </a:r>
          </a:p>
          <a:p>
            <a:pPr marL="0" indent="0">
              <a:buNone/>
            </a:pPr>
            <a:r>
              <a:rPr lang="en-US" sz="2400" dirty="0">
                <a:latin typeface="+mn-lt"/>
                <a:cs typeface="Times New Roman" panose="02020603050405020304" pitchFamily="18" charset="0"/>
              </a:rPr>
              <a:t>By comparing traditional methods against modern methods, a fundamental methodological shift was found. This analysis helps as the foundation for the proposed improvement by navigating through different methods.</a:t>
            </a:r>
          </a:p>
        </p:txBody>
      </p:sp>
      <p:sp>
        <p:nvSpPr>
          <p:cNvPr id="3" name="Slide Number Placeholder 2">
            <a:extLst>
              <a:ext uri="{FF2B5EF4-FFF2-40B4-BE49-F238E27FC236}">
                <a16:creationId xmlns:a16="http://schemas.microsoft.com/office/drawing/2014/main" id="{181A0685-2B1E-DAED-ECAB-74E702767050}"/>
              </a:ext>
            </a:extLst>
          </p:cNvPr>
          <p:cNvSpPr>
            <a:spLocks noGrp="1"/>
          </p:cNvSpPr>
          <p:nvPr>
            <p:ph type="sldNum" sz="quarter" idx="12"/>
          </p:nvPr>
        </p:nvSpPr>
        <p:spPr/>
        <p:txBody>
          <a:bodyPr/>
          <a:lstStyle/>
          <a:p>
            <a:fld id="{AD74A76B-B836-484A-AF51-E7D185AEA26F}" type="slidenum">
              <a:rPr lang="en-US" smtClean="0"/>
              <a:pPr/>
              <a:t>6</a:t>
            </a:fld>
            <a:endParaRPr lang="en-US" dirty="0"/>
          </a:p>
        </p:txBody>
      </p:sp>
      <p:sp>
        <p:nvSpPr>
          <p:cNvPr id="4" name="Title 3">
            <a:extLst>
              <a:ext uri="{FF2B5EF4-FFF2-40B4-BE49-F238E27FC236}">
                <a16:creationId xmlns:a16="http://schemas.microsoft.com/office/drawing/2014/main" id="{45ACD865-D52A-6FD2-EFE6-D8E950EF8091}"/>
              </a:ext>
            </a:extLst>
          </p:cNvPr>
          <p:cNvSpPr>
            <a:spLocks noGrp="1"/>
          </p:cNvSpPr>
          <p:nvPr>
            <p:ph type="title"/>
          </p:nvPr>
        </p:nvSpPr>
        <p:spPr/>
        <p:txBody>
          <a:bodyPr/>
          <a:lstStyle/>
          <a:p>
            <a:r>
              <a:rPr lang="en-US" dirty="0">
                <a:latin typeface="+mn-lt"/>
                <a:cs typeface="Times New Roman" panose="02020603050405020304" pitchFamily="18" charset="0"/>
              </a:rPr>
              <a:t>Related Work Analysis</a:t>
            </a:r>
          </a:p>
        </p:txBody>
      </p:sp>
    </p:spTree>
    <p:extLst>
      <p:ext uri="{BB962C8B-B14F-4D97-AF65-F5344CB8AC3E}">
        <p14:creationId xmlns:p14="http://schemas.microsoft.com/office/powerpoint/2010/main" val="76065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FA05D1-5FEC-40A6-9E27-248C22A4A5DE}"/>
              </a:ext>
            </a:extLst>
          </p:cNvPr>
          <p:cNvSpPr>
            <a:spLocks noGrp="1"/>
          </p:cNvSpPr>
          <p:nvPr>
            <p:ph type="sldNum" sz="quarter" idx="12"/>
          </p:nvPr>
        </p:nvSpPr>
        <p:spPr/>
        <p:txBody>
          <a:bodyPr/>
          <a:lstStyle/>
          <a:p>
            <a:fld id="{AD74A76B-B836-484A-AF51-E7D185AEA26F}" type="slidenum">
              <a:rPr lang="en-US" smtClean="0"/>
              <a:pPr/>
              <a:t>7</a:t>
            </a:fld>
            <a:endParaRPr lang="en-US" dirty="0"/>
          </a:p>
        </p:txBody>
      </p:sp>
      <p:sp>
        <p:nvSpPr>
          <p:cNvPr id="4" name="Title 3">
            <a:extLst>
              <a:ext uri="{FF2B5EF4-FFF2-40B4-BE49-F238E27FC236}">
                <a16:creationId xmlns:a16="http://schemas.microsoft.com/office/drawing/2014/main" id="{D5E5DBB7-7CA0-455C-9D9F-EEDFE1D6870C}"/>
              </a:ext>
            </a:extLst>
          </p:cNvPr>
          <p:cNvSpPr>
            <a:spLocks noGrp="1"/>
          </p:cNvSpPr>
          <p:nvPr>
            <p:ph type="title"/>
          </p:nvPr>
        </p:nvSpPr>
        <p:spPr/>
        <p:txBody>
          <a:bodyPr>
            <a:normAutofit/>
          </a:bodyPr>
          <a:lstStyle/>
          <a:p>
            <a:r>
              <a:rPr lang="en-US" dirty="0">
                <a:latin typeface="+mn-lt"/>
                <a:cs typeface="Times New Roman" panose="02020603050405020304" pitchFamily="18" charset="0"/>
              </a:rPr>
              <a:t>Literature Review: Taxonomy</a:t>
            </a:r>
            <a:endParaRPr lang="lt-LT" dirty="0">
              <a:latin typeface="+mn-lt"/>
              <a:cs typeface="Times New Roman" panose="02020603050405020304" pitchFamily="18" charset="0"/>
            </a:endParaRPr>
          </a:p>
        </p:txBody>
      </p:sp>
      <p:sp>
        <p:nvSpPr>
          <p:cNvPr id="9" name="TextBox 8">
            <a:extLst>
              <a:ext uri="{FF2B5EF4-FFF2-40B4-BE49-F238E27FC236}">
                <a16:creationId xmlns:a16="http://schemas.microsoft.com/office/drawing/2014/main" id="{F15D2D1D-1B33-F98A-F5DD-F78AACBE4C60}"/>
              </a:ext>
            </a:extLst>
          </p:cNvPr>
          <p:cNvSpPr txBox="1"/>
          <p:nvPr/>
        </p:nvSpPr>
        <p:spPr>
          <a:xfrm>
            <a:off x="1295400" y="5178384"/>
            <a:ext cx="9601200" cy="423449"/>
          </a:xfrm>
          <a:prstGeom prst="rect">
            <a:avLst/>
          </a:prstGeom>
          <a:noFill/>
        </p:spPr>
        <p:txBody>
          <a:bodyPr wrap="square">
            <a:spAutoFit/>
          </a:bodyPr>
          <a:lstStyle/>
          <a:p>
            <a:pPr marL="0" marR="0" indent="457200" algn="ctr">
              <a:lnSpc>
                <a:spcPct val="150000"/>
              </a:lnSpc>
              <a:spcBef>
                <a:spcPts val="600"/>
              </a:spcBef>
              <a:spcAft>
                <a:spcPts val="600"/>
              </a:spcAft>
            </a:pPr>
            <a:r>
              <a:rPr lang="lt-LT" sz="1600" dirty="0">
                <a:effectLst/>
                <a:ea typeface="Times New Roman" panose="02020603050405020304" pitchFamily="18" charset="0"/>
              </a:rPr>
              <a:t>Figure</a:t>
            </a:r>
            <a:r>
              <a:rPr lang="en-US" sz="1600" dirty="0">
                <a:effectLst/>
                <a:ea typeface="Times New Roman" panose="02020603050405020304" pitchFamily="18" charset="0"/>
              </a:rPr>
              <a:t>:</a:t>
            </a:r>
            <a:r>
              <a:rPr lang="lt-LT" sz="1600" dirty="0">
                <a:effectLst/>
                <a:ea typeface="Times New Roman" panose="02020603050405020304" pitchFamily="18" charset="0"/>
              </a:rPr>
              <a:t> Plagiarism Classification from </a:t>
            </a:r>
            <a:r>
              <a:rPr lang="en-US" sz="1600" dirty="0">
                <a:solidFill>
                  <a:srgbClr val="000000"/>
                </a:solidFill>
                <a:effectLst/>
                <a:ea typeface="Times New Roman" panose="02020603050405020304" pitchFamily="18" charset="0"/>
              </a:rPr>
              <a:t>(</a:t>
            </a:r>
            <a:r>
              <a:rPr lang="en-US" sz="1600" dirty="0" err="1">
                <a:solidFill>
                  <a:srgbClr val="000000"/>
                </a:solidFill>
                <a:effectLst/>
                <a:ea typeface="Times New Roman" panose="02020603050405020304" pitchFamily="18" charset="0"/>
              </a:rPr>
              <a:t>Amirzhanov</a:t>
            </a:r>
            <a:r>
              <a:rPr lang="en-US" sz="1600" dirty="0">
                <a:solidFill>
                  <a:srgbClr val="000000"/>
                </a:solidFill>
                <a:effectLst/>
                <a:ea typeface="Times New Roman" panose="02020603050405020304" pitchFamily="18" charset="0"/>
              </a:rPr>
              <a:t> et al., 2025; </a:t>
            </a:r>
            <a:r>
              <a:rPr lang="en-US" sz="1600" dirty="0" err="1">
                <a:solidFill>
                  <a:srgbClr val="000000"/>
                </a:solidFill>
                <a:effectLst/>
                <a:ea typeface="Times New Roman" panose="02020603050405020304" pitchFamily="18" charset="0"/>
              </a:rPr>
              <a:t>Lieharyani</a:t>
            </a:r>
            <a:r>
              <a:rPr lang="en-US" sz="1600" dirty="0">
                <a:solidFill>
                  <a:srgbClr val="000000"/>
                </a:solidFill>
                <a:effectLst/>
                <a:ea typeface="Times New Roman" panose="02020603050405020304" pitchFamily="18" charset="0"/>
              </a:rPr>
              <a:t> et al., 2025)</a:t>
            </a:r>
            <a:endParaRPr lang="en-US" sz="1600" dirty="0">
              <a:effectLst/>
              <a:ea typeface="Times New Roman" panose="02020603050405020304" pitchFamily="18" charset="0"/>
            </a:endParaRPr>
          </a:p>
        </p:txBody>
      </p:sp>
      <p:pic>
        <p:nvPicPr>
          <p:cNvPr id="2" name="Picture 1" descr="A diagram of a diagram&#10;&#10;Description automatically generated">
            <a:extLst>
              <a:ext uri="{FF2B5EF4-FFF2-40B4-BE49-F238E27FC236}">
                <a16:creationId xmlns:a16="http://schemas.microsoft.com/office/drawing/2014/main" id="{C1E92DAC-2DA7-199A-42A9-6DBD0105D1AB}"/>
              </a:ext>
            </a:extLst>
          </p:cNvPr>
          <p:cNvPicPr>
            <a:picLocks noChangeAspect="1"/>
          </p:cNvPicPr>
          <p:nvPr/>
        </p:nvPicPr>
        <p:blipFill>
          <a:blip r:embed="rId3"/>
          <a:stretch>
            <a:fillRect/>
          </a:stretch>
        </p:blipFill>
        <p:spPr>
          <a:xfrm>
            <a:off x="2483961" y="1993332"/>
            <a:ext cx="7224077" cy="3185052"/>
          </a:xfrm>
          <a:prstGeom prst="rect">
            <a:avLst/>
          </a:prstGeom>
        </p:spPr>
      </p:pic>
    </p:spTree>
    <p:extLst>
      <p:ext uri="{BB962C8B-B14F-4D97-AF65-F5344CB8AC3E}">
        <p14:creationId xmlns:p14="http://schemas.microsoft.com/office/powerpoint/2010/main" val="1006820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FA05D1-5FEC-40A6-9E27-248C22A4A5DE}"/>
              </a:ext>
            </a:extLst>
          </p:cNvPr>
          <p:cNvSpPr>
            <a:spLocks noGrp="1"/>
          </p:cNvSpPr>
          <p:nvPr>
            <p:ph type="sldNum" sz="quarter" idx="12"/>
          </p:nvPr>
        </p:nvSpPr>
        <p:spPr/>
        <p:txBody>
          <a:bodyPr/>
          <a:lstStyle/>
          <a:p>
            <a:fld id="{AD74A76B-B836-484A-AF51-E7D185AEA26F}" type="slidenum">
              <a:rPr lang="en-US" smtClean="0"/>
              <a:pPr/>
              <a:t>8</a:t>
            </a:fld>
            <a:endParaRPr lang="en-US" dirty="0"/>
          </a:p>
        </p:txBody>
      </p:sp>
      <p:sp>
        <p:nvSpPr>
          <p:cNvPr id="4" name="Title 3">
            <a:extLst>
              <a:ext uri="{FF2B5EF4-FFF2-40B4-BE49-F238E27FC236}">
                <a16:creationId xmlns:a16="http://schemas.microsoft.com/office/drawing/2014/main" id="{D5E5DBB7-7CA0-455C-9D9F-EEDFE1D6870C}"/>
              </a:ext>
            </a:extLst>
          </p:cNvPr>
          <p:cNvSpPr>
            <a:spLocks noGrp="1"/>
          </p:cNvSpPr>
          <p:nvPr>
            <p:ph type="title"/>
          </p:nvPr>
        </p:nvSpPr>
        <p:spPr/>
        <p:txBody>
          <a:bodyPr>
            <a:normAutofit/>
          </a:bodyPr>
          <a:lstStyle/>
          <a:p>
            <a:r>
              <a:rPr lang="en-US" sz="3600" dirty="0">
                <a:latin typeface="+mn-lt"/>
                <a:cs typeface="Times New Roman" panose="02020603050405020304" pitchFamily="18" charset="0"/>
              </a:rPr>
              <a:t>Literature Review: Methodology Comparison</a:t>
            </a:r>
            <a:endParaRPr lang="lt-LT" sz="3600" dirty="0">
              <a:latin typeface="+mn-lt"/>
              <a:cs typeface="Times New Roman" panose="02020603050405020304" pitchFamily="18" charset="0"/>
            </a:endParaRPr>
          </a:p>
        </p:txBody>
      </p:sp>
      <p:graphicFrame>
        <p:nvGraphicFramePr>
          <p:cNvPr id="7" name="Table 6">
            <a:extLst>
              <a:ext uri="{FF2B5EF4-FFF2-40B4-BE49-F238E27FC236}">
                <a16:creationId xmlns:a16="http://schemas.microsoft.com/office/drawing/2014/main" id="{14C75697-5729-D172-136B-1C1C06711FA1}"/>
              </a:ext>
            </a:extLst>
          </p:cNvPr>
          <p:cNvGraphicFramePr>
            <a:graphicFrameLocks noGrp="1"/>
          </p:cNvGraphicFramePr>
          <p:nvPr>
            <p:extLst>
              <p:ext uri="{D42A27DB-BD31-4B8C-83A1-F6EECF244321}">
                <p14:modId xmlns:p14="http://schemas.microsoft.com/office/powerpoint/2010/main" val="2227843893"/>
              </p:ext>
            </p:extLst>
          </p:nvPr>
        </p:nvGraphicFramePr>
        <p:xfrm>
          <a:off x="869927" y="2436897"/>
          <a:ext cx="10452144" cy="2541482"/>
        </p:xfrm>
        <a:graphic>
          <a:graphicData uri="http://schemas.openxmlformats.org/drawingml/2006/table">
            <a:tbl>
              <a:tblPr firstRow="1" bandRow="1">
                <a:tableStyleId>{8799B23B-EC83-4686-B30A-512413B5E67A}</a:tableStyleId>
              </a:tblPr>
              <a:tblGrid>
                <a:gridCol w="1537993">
                  <a:extLst>
                    <a:ext uri="{9D8B030D-6E8A-4147-A177-3AD203B41FA5}">
                      <a16:colId xmlns:a16="http://schemas.microsoft.com/office/drawing/2014/main" val="3975528215"/>
                    </a:ext>
                  </a:extLst>
                </a:gridCol>
                <a:gridCol w="2194560">
                  <a:extLst>
                    <a:ext uri="{9D8B030D-6E8A-4147-A177-3AD203B41FA5}">
                      <a16:colId xmlns:a16="http://schemas.microsoft.com/office/drawing/2014/main" val="3542011603"/>
                    </a:ext>
                  </a:extLst>
                </a:gridCol>
                <a:gridCol w="2545695">
                  <a:extLst>
                    <a:ext uri="{9D8B030D-6E8A-4147-A177-3AD203B41FA5}">
                      <a16:colId xmlns:a16="http://schemas.microsoft.com/office/drawing/2014/main" val="2831838620"/>
                    </a:ext>
                  </a:extLst>
                </a:gridCol>
                <a:gridCol w="2086948">
                  <a:extLst>
                    <a:ext uri="{9D8B030D-6E8A-4147-A177-3AD203B41FA5}">
                      <a16:colId xmlns:a16="http://schemas.microsoft.com/office/drawing/2014/main" val="2165218854"/>
                    </a:ext>
                  </a:extLst>
                </a:gridCol>
                <a:gridCol w="2086948">
                  <a:extLst>
                    <a:ext uri="{9D8B030D-6E8A-4147-A177-3AD203B41FA5}">
                      <a16:colId xmlns:a16="http://schemas.microsoft.com/office/drawing/2014/main" val="24066598"/>
                    </a:ext>
                  </a:extLst>
                </a:gridCol>
              </a:tblGrid>
              <a:tr h="626312">
                <a:tc>
                  <a:txBody>
                    <a:bodyPr/>
                    <a:lstStyle/>
                    <a:p>
                      <a:pPr algn="ctr"/>
                      <a:r>
                        <a:rPr lang="en-US" sz="2000" dirty="0">
                          <a:latin typeface="+mn-lt"/>
                          <a:cs typeface="Times New Roman" panose="02020603050405020304" pitchFamily="18" charset="0"/>
                        </a:rPr>
                        <a:t>Category</a:t>
                      </a:r>
                    </a:p>
                  </a:txBody>
                  <a:tcPr/>
                </a:tc>
                <a:tc>
                  <a:txBody>
                    <a:bodyPr/>
                    <a:lstStyle/>
                    <a:p>
                      <a:pPr algn="ctr"/>
                      <a:r>
                        <a:rPr lang="en-US" sz="2000" dirty="0">
                          <a:latin typeface="+mn-lt"/>
                          <a:cs typeface="Times New Roman" panose="02020603050405020304" pitchFamily="18" charset="0"/>
                        </a:rPr>
                        <a:t>Approach</a:t>
                      </a:r>
                    </a:p>
                  </a:txBody>
                  <a:tcPr/>
                </a:tc>
                <a:tc>
                  <a:txBody>
                    <a:bodyPr/>
                    <a:lstStyle/>
                    <a:p>
                      <a:pPr algn="ctr"/>
                      <a:r>
                        <a:rPr lang="en-US" sz="2000" dirty="0">
                          <a:latin typeface="+mn-lt"/>
                          <a:cs typeface="Times New Roman" panose="02020603050405020304" pitchFamily="18" charset="0"/>
                        </a:rPr>
                        <a:t>Strength</a:t>
                      </a:r>
                    </a:p>
                  </a:txBody>
                  <a:tcPr/>
                </a:tc>
                <a:tc>
                  <a:txBody>
                    <a:bodyPr/>
                    <a:lstStyle/>
                    <a:p>
                      <a:pPr algn="ctr"/>
                      <a:r>
                        <a:rPr lang="en-US" sz="2000" dirty="0">
                          <a:latin typeface="+mn-lt"/>
                          <a:cs typeface="Times New Roman" panose="02020603050405020304" pitchFamily="18" charset="0"/>
                        </a:rPr>
                        <a:t>Limitations</a:t>
                      </a:r>
                    </a:p>
                  </a:txBody>
                  <a:tcPr/>
                </a:tc>
                <a:tc>
                  <a:txBody>
                    <a:bodyPr/>
                    <a:lstStyle/>
                    <a:p>
                      <a:pPr algn="ctr"/>
                      <a:r>
                        <a:rPr lang="en-US" sz="2000" dirty="0">
                          <a:latin typeface="+mn-lt"/>
                          <a:cs typeface="Times New Roman" panose="02020603050405020304" pitchFamily="18" charset="0"/>
                        </a:rPr>
                        <a:t>Results</a:t>
                      </a:r>
                    </a:p>
                  </a:txBody>
                  <a:tcPr/>
                </a:tc>
                <a:extLst>
                  <a:ext uri="{0D108BD9-81ED-4DB2-BD59-A6C34878D82A}">
                    <a16:rowId xmlns:a16="http://schemas.microsoft.com/office/drawing/2014/main" val="1135168079"/>
                  </a:ext>
                </a:extLst>
              </a:tr>
              <a:tr h="635010">
                <a:tc>
                  <a:txBody>
                    <a:bodyPr/>
                    <a:lstStyle/>
                    <a:p>
                      <a:r>
                        <a:rPr lang="en-US" sz="1800" dirty="0">
                          <a:latin typeface="+mn-lt"/>
                          <a:cs typeface="Times New Roman" panose="02020603050405020304" pitchFamily="18" charset="0"/>
                        </a:rPr>
                        <a:t>Traditional</a:t>
                      </a:r>
                    </a:p>
                  </a:txBody>
                  <a:tcPr/>
                </a:tc>
                <a:tc>
                  <a:txBody>
                    <a:bodyPr/>
                    <a:lstStyle/>
                    <a:p>
                      <a:r>
                        <a:rPr lang="en-US" sz="1800" dirty="0">
                          <a:latin typeface="+mn-lt"/>
                          <a:cs typeface="Times New Roman" panose="02020603050405020304" pitchFamily="18" charset="0"/>
                        </a:rPr>
                        <a:t>Lexical &amp; ML (SVM)</a:t>
                      </a:r>
                    </a:p>
                  </a:txBody>
                  <a:tcPr/>
                </a:tc>
                <a:tc>
                  <a:txBody>
                    <a:bodyPr/>
                    <a:lstStyle/>
                    <a:p>
                      <a:r>
                        <a:rPr lang="en-US" sz="1800" dirty="0">
                          <a:latin typeface="+mn-lt"/>
                          <a:cs typeface="Times New Roman" panose="02020603050405020304" pitchFamily="18" charset="0"/>
                        </a:rPr>
                        <a:t>Fast, Interpretable</a:t>
                      </a:r>
                    </a:p>
                  </a:txBody>
                  <a:tcPr/>
                </a:tc>
                <a:tc>
                  <a:txBody>
                    <a:bodyPr/>
                    <a:lstStyle/>
                    <a:p>
                      <a:r>
                        <a:rPr lang="en-US" sz="1800" dirty="0">
                          <a:latin typeface="+mn-lt"/>
                          <a:cs typeface="Times New Roman" panose="02020603050405020304" pitchFamily="18" charset="0"/>
                        </a:rPr>
                        <a:t>Fails at Paraphrasing</a:t>
                      </a:r>
                    </a:p>
                  </a:txBody>
                  <a:tcPr/>
                </a:tc>
                <a:tc>
                  <a:txBody>
                    <a:bodyPr/>
                    <a:lstStyle/>
                    <a:p>
                      <a:r>
                        <a:rPr lang="en-US" sz="1800" dirty="0">
                          <a:latin typeface="+mn-lt"/>
                          <a:cs typeface="Times New Roman" panose="02020603050405020304" pitchFamily="18" charset="0"/>
                        </a:rPr>
                        <a:t>96.5% accuracy </a:t>
                      </a:r>
                    </a:p>
                  </a:txBody>
                  <a:tcPr/>
                </a:tc>
                <a:extLst>
                  <a:ext uri="{0D108BD9-81ED-4DB2-BD59-A6C34878D82A}">
                    <a16:rowId xmlns:a16="http://schemas.microsoft.com/office/drawing/2014/main" val="3477263767"/>
                  </a:ext>
                </a:extLst>
              </a:tr>
              <a:tr h="635010">
                <a:tc>
                  <a:txBody>
                    <a:bodyPr/>
                    <a:lstStyle/>
                    <a:p>
                      <a:r>
                        <a:rPr lang="en-US" sz="1800" dirty="0">
                          <a:latin typeface="+mn-lt"/>
                          <a:cs typeface="Times New Roman" panose="02020603050405020304" pitchFamily="18" charset="0"/>
                        </a:rPr>
                        <a:t>New (DL)</a:t>
                      </a:r>
                    </a:p>
                  </a:txBody>
                  <a:tcPr/>
                </a:tc>
                <a:tc>
                  <a:txBody>
                    <a:bodyPr/>
                    <a:lstStyle/>
                    <a:p>
                      <a:r>
                        <a:rPr lang="en-US" sz="1800" dirty="0">
                          <a:latin typeface="+mn-lt"/>
                          <a:cs typeface="Times New Roman" panose="02020603050405020304" pitchFamily="18" charset="0"/>
                        </a:rPr>
                        <a:t>Sequential (LSTM)</a:t>
                      </a:r>
                    </a:p>
                  </a:txBody>
                  <a:tcPr/>
                </a:tc>
                <a:tc>
                  <a:txBody>
                    <a:bodyPr/>
                    <a:lstStyle/>
                    <a:p>
                      <a:r>
                        <a:rPr lang="en-US" sz="1800" dirty="0">
                          <a:latin typeface="+mn-lt"/>
                          <a:cs typeface="Times New Roman" panose="02020603050405020304" pitchFamily="18" charset="0"/>
                        </a:rPr>
                        <a:t>Captures Word Order</a:t>
                      </a:r>
                    </a:p>
                  </a:txBody>
                  <a:tcPr/>
                </a:tc>
                <a:tc>
                  <a:txBody>
                    <a:bodyPr/>
                    <a:lstStyle/>
                    <a:p>
                      <a:r>
                        <a:rPr lang="en-US" sz="1800" dirty="0">
                          <a:latin typeface="+mn-lt"/>
                          <a:cs typeface="Times New Roman" panose="02020603050405020304" pitchFamily="18" charset="0"/>
                        </a:rPr>
                        <a:t>Slow Training</a:t>
                      </a:r>
                    </a:p>
                  </a:txBody>
                  <a:tcPr/>
                </a:tc>
                <a:tc>
                  <a:txBody>
                    <a:bodyPr/>
                    <a:lstStyle/>
                    <a:p>
                      <a:r>
                        <a:rPr lang="en-US" sz="1800" dirty="0">
                          <a:latin typeface="+mn-lt"/>
                          <a:cs typeface="Times New Roman" panose="02020603050405020304" pitchFamily="18" charset="0"/>
                        </a:rPr>
                        <a:t>Outperformed CNN-based models</a:t>
                      </a:r>
                    </a:p>
                  </a:txBody>
                  <a:tcPr/>
                </a:tc>
                <a:extLst>
                  <a:ext uri="{0D108BD9-81ED-4DB2-BD59-A6C34878D82A}">
                    <a16:rowId xmlns:a16="http://schemas.microsoft.com/office/drawing/2014/main" val="2185527605"/>
                  </a:ext>
                </a:extLst>
              </a:tr>
              <a:tr h="635010">
                <a:tc>
                  <a:txBody>
                    <a:bodyPr/>
                    <a:lstStyle/>
                    <a:p>
                      <a:r>
                        <a:rPr lang="en-US" sz="1800" dirty="0">
                          <a:latin typeface="+mn-lt"/>
                          <a:cs typeface="Times New Roman" panose="02020603050405020304" pitchFamily="18" charset="0"/>
                        </a:rPr>
                        <a:t>Modern</a:t>
                      </a:r>
                    </a:p>
                  </a:txBody>
                  <a:tcPr/>
                </a:tc>
                <a:tc>
                  <a:txBody>
                    <a:bodyPr/>
                    <a:lstStyle/>
                    <a:p>
                      <a:r>
                        <a:rPr lang="en-US" sz="1800" dirty="0">
                          <a:latin typeface="+mn-lt"/>
                          <a:cs typeface="Times New Roman" panose="02020603050405020304" pitchFamily="18" charset="0"/>
                        </a:rPr>
                        <a:t>Transformers (BERT)</a:t>
                      </a:r>
                    </a:p>
                  </a:txBody>
                  <a:tcPr/>
                </a:tc>
                <a:tc>
                  <a:txBody>
                    <a:bodyPr/>
                    <a:lstStyle/>
                    <a:p>
                      <a:r>
                        <a:rPr lang="en-US" sz="1800" dirty="0">
                          <a:latin typeface="+mn-lt"/>
                          <a:cs typeface="Times New Roman" panose="02020603050405020304" pitchFamily="18" charset="0"/>
                        </a:rPr>
                        <a:t>Deep Semantic Meaning</a:t>
                      </a:r>
                    </a:p>
                  </a:txBody>
                  <a:tcPr/>
                </a:tc>
                <a:tc>
                  <a:txBody>
                    <a:bodyPr/>
                    <a:lstStyle/>
                    <a:p>
                      <a:r>
                        <a:rPr lang="en-US" sz="1800" dirty="0">
                          <a:latin typeface="+mn-lt"/>
                          <a:cs typeface="Times New Roman" panose="02020603050405020304" pitchFamily="18" charset="0"/>
                        </a:rPr>
                        <a:t>Resource Intensive</a:t>
                      </a:r>
                    </a:p>
                  </a:txBody>
                  <a:tcPr/>
                </a:tc>
                <a:tc>
                  <a:txBody>
                    <a:bodyPr/>
                    <a:lstStyle/>
                    <a:p>
                      <a:r>
                        <a:rPr lang="en-US" sz="1800" dirty="0">
                          <a:latin typeface="+mn-lt"/>
                          <a:cs typeface="Times New Roman" panose="02020603050405020304" pitchFamily="18" charset="0"/>
                        </a:rPr>
                        <a:t>99.5% accuracy (near-perfect)</a:t>
                      </a:r>
                    </a:p>
                  </a:txBody>
                  <a:tcPr/>
                </a:tc>
                <a:extLst>
                  <a:ext uri="{0D108BD9-81ED-4DB2-BD59-A6C34878D82A}">
                    <a16:rowId xmlns:a16="http://schemas.microsoft.com/office/drawing/2014/main" val="1555998546"/>
                  </a:ext>
                </a:extLst>
              </a:tr>
            </a:tbl>
          </a:graphicData>
        </a:graphic>
      </p:graphicFrame>
    </p:spTree>
    <p:extLst>
      <p:ext uri="{BB962C8B-B14F-4D97-AF65-F5344CB8AC3E}">
        <p14:creationId xmlns:p14="http://schemas.microsoft.com/office/powerpoint/2010/main" val="934593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3B745B-83FA-48B9-9313-A6852FCD410B}"/>
              </a:ext>
            </a:extLst>
          </p:cNvPr>
          <p:cNvSpPr>
            <a:spLocks noGrp="1"/>
          </p:cNvSpPr>
          <p:nvPr>
            <p:ph idx="1"/>
          </p:nvPr>
        </p:nvSpPr>
        <p:spPr/>
        <p:txBody>
          <a:bodyPr/>
          <a:lstStyle/>
          <a:p>
            <a:pPr>
              <a:lnSpc>
                <a:spcPct val="100000"/>
              </a:lnSpc>
            </a:pPr>
            <a:endParaRPr lang="en-US" dirty="0">
              <a:latin typeface="+mn-lt"/>
              <a:cs typeface="Times New Roman" panose="02020603050405020304" pitchFamily="18" charset="0"/>
            </a:endParaRPr>
          </a:p>
          <a:p>
            <a:pPr>
              <a:lnSpc>
                <a:spcPct val="100000"/>
              </a:lnSpc>
            </a:pPr>
            <a:r>
              <a:rPr lang="en-US" sz="2000" dirty="0">
                <a:latin typeface="+mn-lt"/>
                <a:cs typeface="Times New Roman" panose="02020603050405020304" pitchFamily="18" charset="0"/>
              </a:rPr>
              <a:t>Traditional models are far too primitive to understand nuanced plagiarism</a:t>
            </a:r>
          </a:p>
          <a:p>
            <a:pPr>
              <a:lnSpc>
                <a:spcPct val="100000"/>
              </a:lnSpc>
            </a:pPr>
            <a:r>
              <a:rPr lang="en-US" sz="2000" dirty="0">
                <a:latin typeface="+mn-lt"/>
                <a:cs typeface="Times New Roman" panose="02020603050405020304" pitchFamily="18" charset="0"/>
              </a:rPr>
              <a:t>New deep learning models are able to understand context and meaning of the writing</a:t>
            </a:r>
          </a:p>
          <a:p>
            <a:pPr>
              <a:lnSpc>
                <a:spcPct val="100000"/>
              </a:lnSpc>
            </a:pPr>
            <a:r>
              <a:rPr lang="en-US" sz="2000" dirty="0">
                <a:latin typeface="+mn-lt"/>
                <a:cs typeface="Times New Roman" panose="02020603050405020304" pitchFamily="18" charset="0"/>
              </a:rPr>
              <a:t>The analysis shows a decisive shift toward </a:t>
            </a:r>
            <a:r>
              <a:rPr lang="en-US" sz="2000" b="1" dirty="0">
                <a:latin typeface="+mn-lt"/>
                <a:cs typeface="Times New Roman" panose="02020603050405020304" pitchFamily="18" charset="0"/>
              </a:rPr>
              <a:t>Hybrid Transformer Models </a:t>
            </a:r>
            <a:r>
              <a:rPr lang="en-US" sz="2000" dirty="0">
                <a:latin typeface="+mn-lt"/>
                <a:cs typeface="Times New Roman" panose="02020603050405020304" pitchFamily="18" charset="0"/>
              </a:rPr>
              <a:t>that combine semantic power with structural alignment precision.</a:t>
            </a:r>
          </a:p>
          <a:p>
            <a:pPr>
              <a:lnSpc>
                <a:spcPct val="100000"/>
              </a:lnSpc>
            </a:pPr>
            <a:r>
              <a:rPr lang="en-US" sz="2000" dirty="0">
                <a:latin typeface="+mn-lt"/>
                <a:cs typeface="Times New Roman" panose="02020603050405020304" pitchFamily="18" charset="0"/>
              </a:rPr>
              <a:t>Combining the semantic power of transformer-based architectures (</a:t>
            </a:r>
            <a:r>
              <a:rPr lang="en-US" sz="2000" b="1" dirty="0">
                <a:latin typeface="+mn-lt"/>
                <a:cs typeface="Times New Roman" panose="02020603050405020304" pitchFamily="18" charset="0"/>
              </a:rPr>
              <a:t>BERT</a:t>
            </a:r>
            <a:r>
              <a:rPr lang="en-US" sz="2000" dirty="0">
                <a:latin typeface="+mn-lt"/>
                <a:cs typeface="Times New Roman" panose="02020603050405020304" pitchFamily="18" charset="0"/>
              </a:rPr>
              <a:t>) with the structural precision of sequence alignment algorithms</a:t>
            </a:r>
          </a:p>
          <a:p>
            <a:pPr>
              <a:lnSpc>
                <a:spcPct val="100000"/>
              </a:lnSpc>
            </a:pPr>
            <a:r>
              <a:rPr lang="en-US" sz="2000" dirty="0">
                <a:latin typeface="+mn-lt"/>
                <a:cs typeface="Times New Roman" panose="02020603050405020304" pitchFamily="18" charset="0"/>
              </a:rPr>
              <a:t>Most suitable for scientific articles, in order to understand the smallest semantic shifts, splitting and reordering</a:t>
            </a:r>
          </a:p>
          <a:p>
            <a:pPr marL="0" indent="0">
              <a:lnSpc>
                <a:spcPct val="100000"/>
              </a:lnSpc>
              <a:buNone/>
            </a:pPr>
            <a:endParaRPr lang="lt-LT" sz="2000" dirty="0">
              <a:latin typeface="+mn-lt"/>
              <a:cs typeface="Times New Roman" panose="02020603050405020304" pitchFamily="18" charset="0"/>
            </a:endParaRPr>
          </a:p>
        </p:txBody>
      </p:sp>
      <p:sp>
        <p:nvSpPr>
          <p:cNvPr id="3" name="Slide Number Placeholder 2">
            <a:extLst>
              <a:ext uri="{FF2B5EF4-FFF2-40B4-BE49-F238E27FC236}">
                <a16:creationId xmlns:a16="http://schemas.microsoft.com/office/drawing/2014/main" id="{8CFA05D1-5FEC-40A6-9E27-248C22A4A5DE}"/>
              </a:ext>
            </a:extLst>
          </p:cNvPr>
          <p:cNvSpPr>
            <a:spLocks noGrp="1"/>
          </p:cNvSpPr>
          <p:nvPr>
            <p:ph type="sldNum" sz="quarter" idx="12"/>
          </p:nvPr>
        </p:nvSpPr>
        <p:spPr/>
        <p:txBody>
          <a:bodyPr/>
          <a:lstStyle/>
          <a:p>
            <a:fld id="{AD74A76B-B836-484A-AF51-E7D185AEA26F}" type="slidenum">
              <a:rPr lang="en-US" smtClean="0"/>
              <a:pPr/>
              <a:t>9</a:t>
            </a:fld>
            <a:endParaRPr lang="en-US" dirty="0"/>
          </a:p>
        </p:txBody>
      </p:sp>
      <p:sp>
        <p:nvSpPr>
          <p:cNvPr id="4" name="Title 3">
            <a:extLst>
              <a:ext uri="{FF2B5EF4-FFF2-40B4-BE49-F238E27FC236}">
                <a16:creationId xmlns:a16="http://schemas.microsoft.com/office/drawing/2014/main" id="{D5E5DBB7-7CA0-455C-9D9F-EEDFE1D6870C}"/>
              </a:ext>
            </a:extLst>
          </p:cNvPr>
          <p:cNvSpPr>
            <a:spLocks noGrp="1"/>
          </p:cNvSpPr>
          <p:nvPr>
            <p:ph type="title"/>
          </p:nvPr>
        </p:nvSpPr>
        <p:spPr/>
        <p:txBody>
          <a:bodyPr>
            <a:normAutofit/>
          </a:bodyPr>
          <a:lstStyle/>
          <a:p>
            <a:r>
              <a:rPr lang="en-US" dirty="0">
                <a:latin typeface="+mn-lt"/>
                <a:cs typeface="Times New Roman" panose="02020603050405020304" pitchFamily="18" charset="0"/>
              </a:rPr>
              <a:t>Literature Review: Findings</a:t>
            </a:r>
            <a:endParaRPr lang="lt-LT" dirty="0">
              <a:latin typeface="+mn-lt"/>
              <a:cs typeface="Times New Roman" panose="02020603050405020304" pitchFamily="18" charset="0"/>
            </a:endParaRPr>
          </a:p>
        </p:txBody>
      </p:sp>
    </p:spTree>
    <p:extLst>
      <p:ext uri="{BB962C8B-B14F-4D97-AF65-F5344CB8AC3E}">
        <p14:creationId xmlns:p14="http://schemas.microsoft.com/office/powerpoint/2010/main" val="2192925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3B745B-83FA-48B9-9313-A6852FCD410B}"/>
              </a:ext>
            </a:extLst>
          </p:cNvPr>
          <p:cNvSpPr>
            <a:spLocks noGrp="1"/>
          </p:cNvSpPr>
          <p:nvPr>
            <p:ph idx="1"/>
          </p:nvPr>
        </p:nvSpPr>
        <p:spPr/>
        <p:txBody>
          <a:bodyPr/>
          <a:lstStyle/>
          <a:p>
            <a:pPr>
              <a:lnSpc>
                <a:spcPct val="100000"/>
              </a:lnSpc>
            </a:pPr>
            <a:endParaRPr lang="en-US" dirty="0">
              <a:latin typeface="+mn-lt"/>
              <a:cs typeface="Times New Roman" panose="02020603050405020304" pitchFamily="18" charset="0"/>
            </a:endParaRPr>
          </a:p>
          <a:p>
            <a:pPr marL="0" indent="0" algn="ctr">
              <a:lnSpc>
                <a:spcPct val="100000"/>
              </a:lnSpc>
              <a:buNone/>
            </a:pPr>
            <a:endParaRPr lang="en-US" b="1" dirty="0">
              <a:latin typeface="+mn-lt"/>
              <a:cs typeface="Times New Roman" panose="02020603050405020304" pitchFamily="18" charset="0"/>
            </a:endParaRPr>
          </a:p>
          <a:p>
            <a:pPr marL="0" indent="0" algn="ctr">
              <a:lnSpc>
                <a:spcPct val="100000"/>
              </a:lnSpc>
              <a:buNone/>
            </a:pPr>
            <a:r>
              <a:rPr lang="en-US" b="1" dirty="0">
                <a:latin typeface="+mn-lt"/>
                <a:cs typeface="Times New Roman" panose="02020603050405020304" pitchFamily="18" charset="0"/>
              </a:rPr>
              <a:t>Transformer Based Models + Sequential Deep Learning Models</a:t>
            </a:r>
          </a:p>
          <a:p>
            <a:pPr marL="0" indent="0">
              <a:lnSpc>
                <a:spcPct val="100000"/>
              </a:lnSpc>
              <a:buNone/>
            </a:pPr>
            <a:r>
              <a:rPr lang="en-US" sz="2400" b="1" dirty="0">
                <a:latin typeface="+mn-lt"/>
                <a:cs typeface="Times New Roman" panose="02020603050405020304" pitchFamily="18" charset="0"/>
              </a:rPr>
              <a:t>		</a:t>
            </a:r>
            <a:r>
              <a:rPr lang="en-US" sz="2400" dirty="0">
                <a:latin typeface="+mn-lt"/>
                <a:cs typeface="Times New Roman" panose="02020603050405020304" pitchFamily="18" charset="0"/>
              </a:rPr>
              <a:t>(BERT/ </a:t>
            </a:r>
            <a:r>
              <a:rPr lang="en-US" sz="2400" dirty="0" err="1">
                <a:latin typeface="+mn-lt"/>
                <a:cs typeface="Times New Roman" panose="02020603050405020304" pitchFamily="18" charset="0"/>
              </a:rPr>
              <a:t>DistilBERT</a:t>
            </a:r>
            <a:r>
              <a:rPr lang="en-US" sz="2400" dirty="0">
                <a:latin typeface="+mn-lt"/>
                <a:cs typeface="Times New Roman" panose="02020603050405020304" pitchFamily="18" charset="0"/>
              </a:rPr>
              <a:t>)            +   (LSTM / RNN / Smith-Waterman)</a:t>
            </a:r>
          </a:p>
          <a:p>
            <a:pPr marL="0" indent="0">
              <a:lnSpc>
                <a:spcPct val="100000"/>
              </a:lnSpc>
              <a:buNone/>
            </a:pPr>
            <a:r>
              <a:rPr lang="en-US" sz="2400" dirty="0">
                <a:latin typeface="+mn-lt"/>
                <a:cs typeface="Times New Roman" panose="02020603050405020304" pitchFamily="18" charset="0"/>
              </a:rPr>
              <a:t>		Semantic Meaning           +     Sequence / order Checking</a:t>
            </a:r>
          </a:p>
          <a:p>
            <a:pPr>
              <a:lnSpc>
                <a:spcPct val="100000"/>
              </a:lnSpc>
            </a:pPr>
            <a:endParaRPr lang="en-US" sz="2400" dirty="0">
              <a:latin typeface="+mn-lt"/>
              <a:cs typeface="Times New Roman" panose="02020603050405020304" pitchFamily="18" charset="0"/>
            </a:endParaRPr>
          </a:p>
        </p:txBody>
      </p:sp>
      <p:sp>
        <p:nvSpPr>
          <p:cNvPr id="3" name="Slide Number Placeholder 2">
            <a:extLst>
              <a:ext uri="{FF2B5EF4-FFF2-40B4-BE49-F238E27FC236}">
                <a16:creationId xmlns:a16="http://schemas.microsoft.com/office/drawing/2014/main" id="{8CFA05D1-5FEC-40A6-9E27-248C22A4A5DE}"/>
              </a:ext>
            </a:extLst>
          </p:cNvPr>
          <p:cNvSpPr>
            <a:spLocks noGrp="1"/>
          </p:cNvSpPr>
          <p:nvPr>
            <p:ph type="sldNum" sz="quarter" idx="12"/>
          </p:nvPr>
        </p:nvSpPr>
        <p:spPr/>
        <p:txBody>
          <a:bodyPr/>
          <a:lstStyle/>
          <a:p>
            <a:fld id="{AD74A76B-B836-484A-AF51-E7D185AEA26F}" type="slidenum">
              <a:rPr lang="en-US" smtClean="0"/>
              <a:pPr/>
              <a:t>10</a:t>
            </a:fld>
            <a:endParaRPr lang="en-US" dirty="0"/>
          </a:p>
        </p:txBody>
      </p:sp>
      <p:sp>
        <p:nvSpPr>
          <p:cNvPr id="4" name="Title 3">
            <a:extLst>
              <a:ext uri="{FF2B5EF4-FFF2-40B4-BE49-F238E27FC236}">
                <a16:creationId xmlns:a16="http://schemas.microsoft.com/office/drawing/2014/main" id="{D5E5DBB7-7CA0-455C-9D9F-EEDFE1D6870C}"/>
              </a:ext>
            </a:extLst>
          </p:cNvPr>
          <p:cNvSpPr>
            <a:spLocks noGrp="1"/>
          </p:cNvSpPr>
          <p:nvPr>
            <p:ph type="title"/>
          </p:nvPr>
        </p:nvSpPr>
        <p:spPr/>
        <p:txBody>
          <a:bodyPr>
            <a:normAutofit/>
          </a:bodyPr>
          <a:lstStyle/>
          <a:p>
            <a:r>
              <a:rPr lang="en-US" dirty="0">
                <a:latin typeface="+mn-lt"/>
                <a:cs typeface="Times New Roman" panose="02020603050405020304" pitchFamily="18" charset="0"/>
              </a:rPr>
              <a:t>Possible Proposed Approach</a:t>
            </a:r>
            <a:endParaRPr lang="lt-LT" dirty="0">
              <a:latin typeface="+mn-lt"/>
              <a:cs typeface="Times New Roman" panose="02020603050405020304" pitchFamily="18" charset="0"/>
            </a:endParaRPr>
          </a:p>
        </p:txBody>
      </p:sp>
    </p:spTree>
    <p:extLst>
      <p:ext uri="{BB962C8B-B14F-4D97-AF65-F5344CB8AC3E}">
        <p14:creationId xmlns:p14="http://schemas.microsoft.com/office/powerpoint/2010/main" val="3409843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7AACE0-D7A6-2233-019B-409CF689BFE7}"/>
              </a:ext>
            </a:extLst>
          </p:cNvPr>
          <p:cNvSpPr>
            <a:spLocks noGrp="1"/>
          </p:cNvSpPr>
          <p:nvPr>
            <p:ph idx="1"/>
          </p:nvPr>
        </p:nvSpPr>
        <p:spPr/>
        <p:txBody>
          <a:bodyPr/>
          <a:lstStyle/>
          <a:p>
            <a:r>
              <a:rPr lang="en-US" dirty="0">
                <a:latin typeface="+mn-lt"/>
              </a:rPr>
              <a:t>Further deep dive on the hybrid transformer model and how they work</a:t>
            </a:r>
          </a:p>
          <a:p>
            <a:r>
              <a:rPr lang="en-US" dirty="0">
                <a:latin typeface="+mn-lt"/>
              </a:rPr>
              <a:t>Research the related literatures and select specific model </a:t>
            </a:r>
          </a:p>
          <a:p>
            <a:r>
              <a:rPr lang="en-US" dirty="0">
                <a:latin typeface="+mn-lt"/>
              </a:rPr>
              <a:t>Research on which datasets are best for the case in question and which ones need to be normalized accordingly</a:t>
            </a:r>
          </a:p>
          <a:p>
            <a:endParaRPr lang="en-US" dirty="0">
              <a:latin typeface="+mn-lt"/>
            </a:endParaRPr>
          </a:p>
          <a:p>
            <a:endParaRPr lang="en-US" dirty="0">
              <a:latin typeface="+mn-lt"/>
            </a:endParaRPr>
          </a:p>
        </p:txBody>
      </p:sp>
      <p:sp>
        <p:nvSpPr>
          <p:cNvPr id="3" name="Slide Number Placeholder 2">
            <a:extLst>
              <a:ext uri="{FF2B5EF4-FFF2-40B4-BE49-F238E27FC236}">
                <a16:creationId xmlns:a16="http://schemas.microsoft.com/office/drawing/2014/main" id="{41EC577A-7283-69A2-01BF-245BEB34ED45}"/>
              </a:ext>
            </a:extLst>
          </p:cNvPr>
          <p:cNvSpPr>
            <a:spLocks noGrp="1"/>
          </p:cNvSpPr>
          <p:nvPr>
            <p:ph type="sldNum" sz="quarter" idx="12"/>
          </p:nvPr>
        </p:nvSpPr>
        <p:spPr/>
        <p:txBody>
          <a:bodyPr/>
          <a:lstStyle/>
          <a:p>
            <a:fld id="{AD74A76B-B836-484A-AF51-E7D185AEA26F}" type="slidenum">
              <a:rPr lang="en-US" smtClean="0"/>
              <a:pPr/>
              <a:t>11</a:t>
            </a:fld>
            <a:endParaRPr lang="en-US" dirty="0"/>
          </a:p>
        </p:txBody>
      </p:sp>
      <p:sp>
        <p:nvSpPr>
          <p:cNvPr id="4" name="Title 3">
            <a:extLst>
              <a:ext uri="{FF2B5EF4-FFF2-40B4-BE49-F238E27FC236}">
                <a16:creationId xmlns:a16="http://schemas.microsoft.com/office/drawing/2014/main" id="{DF8CB68B-C9C2-3E64-0473-73EFDF710CFC}"/>
              </a:ext>
            </a:extLst>
          </p:cNvPr>
          <p:cNvSpPr>
            <a:spLocks noGrp="1"/>
          </p:cNvSpPr>
          <p:nvPr>
            <p:ph type="title"/>
          </p:nvPr>
        </p:nvSpPr>
        <p:spPr/>
        <p:txBody>
          <a:bodyPr/>
          <a:lstStyle/>
          <a:p>
            <a:r>
              <a:rPr lang="en-US" dirty="0">
                <a:latin typeface="+mn-lt"/>
              </a:rPr>
              <a:t>Future Work</a:t>
            </a:r>
          </a:p>
        </p:txBody>
      </p:sp>
    </p:spTree>
    <p:extLst>
      <p:ext uri="{BB962C8B-B14F-4D97-AF65-F5344CB8AC3E}">
        <p14:creationId xmlns:p14="http://schemas.microsoft.com/office/powerpoint/2010/main" val="129364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0DCD35-498E-4D7E-92D8-C454B86F2189}"/>
              </a:ext>
            </a:extLst>
          </p:cNvPr>
          <p:cNvSpPr>
            <a:spLocks noGrp="1"/>
          </p:cNvSpPr>
          <p:nvPr>
            <p:ph idx="1"/>
          </p:nvPr>
        </p:nvSpPr>
        <p:spPr>
          <a:xfrm>
            <a:off x="609600" y="2168168"/>
            <a:ext cx="11151029" cy="2180312"/>
          </a:xfrm>
        </p:spPr>
        <p:txBody>
          <a:bodyPr>
            <a:normAutofit/>
          </a:bodyPr>
          <a:lstStyle/>
          <a:p>
            <a:pPr marL="0" indent="0">
              <a:buNone/>
            </a:pPr>
            <a:r>
              <a:rPr lang="en-US" sz="2400" dirty="0">
                <a:latin typeface="+mn-lt"/>
                <a:cs typeface="Times New Roman" panose="02020603050405020304" pitchFamily="18" charset="0"/>
              </a:rPr>
              <a:t>Current assessments of text similarity detection show that traditional approaches cannot adequately identify advanced scientific plagiarism. Transformer-based models, notably BERT, can be seen as the premier current solution. Hybrid models show the most promising result and detect nuances from scientific texts. These models' ability to process bidirectional context allows for the precise detection of subtle semantic manipulations that define modern intelligent plagiarism.</a:t>
            </a:r>
            <a:endParaRPr lang="lt-LT" sz="2400" dirty="0">
              <a:latin typeface="+mn-lt"/>
              <a:cs typeface="Times New Roman" panose="02020603050405020304" pitchFamily="18" charset="0"/>
            </a:endParaRPr>
          </a:p>
        </p:txBody>
      </p:sp>
      <p:sp>
        <p:nvSpPr>
          <p:cNvPr id="3" name="Slide Number Placeholder 2">
            <a:extLst>
              <a:ext uri="{FF2B5EF4-FFF2-40B4-BE49-F238E27FC236}">
                <a16:creationId xmlns:a16="http://schemas.microsoft.com/office/drawing/2014/main" id="{68B971A2-90B4-4C6E-AF63-AC4AFDDB177F}"/>
              </a:ext>
            </a:extLst>
          </p:cNvPr>
          <p:cNvSpPr>
            <a:spLocks noGrp="1"/>
          </p:cNvSpPr>
          <p:nvPr>
            <p:ph type="sldNum" sz="quarter" idx="12"/>
          </p:nvPr>
        </p:nvSpPr>
        <p:spPr/>
        <p:txBody>
          <a:bodyPr/>
          <a:lstStyle/>
          <a:p>
            <a:fld id="{AD74A76B-B836-484A-AF51-E7D185AEA26F}" type="slidenum">
              <a:rPr lang="en-US" smtClean="0"/>
              <a:pPr/>
              <a:t>12</a:t>
            </a:fld>
            <a:endParaRPr lang="en-US" dirty="0"/>
          </a:p>
        </p:txBody>
      </p:sp>
      <p:sp>
        <p:nvSpPr>
          <p:cNvPr id="4" name="Title 3">
            <a:extLst>
              <a:ext uri="{FF2B5EF4-FFF2-40B4-BE49-F238E27FC236}">
                <a16:creationId xmlns:a16="http://schemas.microsoft.com/office/drawing/2014/main" id="{6985C17B-0DBF-4273-AF76-427F41F471B4}"/>
              </a:ext>
            </a:extLst>
          </p:cNvPr>
          <p:cNvSpPr>
            <a:spLocks noGrp="1"/>
          </p:cNvSpPr>
          <p:nvPr>
            <p:ph type="title"/>
          </p:nvPr>
        </p:nvSpPr>
        <p:spPr/>
        <p:txBody>
          <a:bodyPr/>
          <a:lstStyle/>
          <a:p>
            <a:r>
              <a:rPr lang="en-US" dirty="0">
                <a:latin typeface="+mn-lt"/>
                <a:cs typeface="Times New Roman" panose="02020603050405020304" pitchFamily="18" charset="0"/>
              </a:rPr>
              <a:t>Conclusions</a:t>
            </a:r>
            <a:endParaRPr lang="lt-LT" dirty="0">
              <a:latin typeface="+mn-lt"/>
              <a:cs typeface="Times New Roman" panose="02020603050405020304" pitchFamily="18" charset="0"/>
            </a:endParaRPr>
          </a:p>
        </p:txBody>
      </p:sp>
    </p:spTree>
    <p:extLst>
      <p:ext uri="{BB962C8B-B14F-4D97-AF65-F5344CB8AC3E}">
        <p14:creationId xmlns:p14="http://schemas.microsoft.com/office/powerpoint/2010/main" val="239123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8FBA87-D965-E176-2731-EEA4458D8226}"/>
              </a:ext>
            </a:extLst>
          </p:cNvPr>
          <p:cNvSpPr>
            <a:spLocks noGrp="1"/>
          </p:cNvSpPr>
          <p:nvPr>
            <p:ph idx="1"/>
          </p:nvPr>
        </p:nvSpPr>
        <p:spPr/>
        <p:txBody>
          <a:bodyPr>
            <a:normAutofit/>
          </a:bodyPr>
          <a:lstStyle/>
          <a:p>
            <a:r>
              <a:rPr lang="en-US" sz="2000" dirty="0" err="1">
                <a:latin typeface="+mn-lt"/>
                <a:cs typeface="Times New Roman" panose="02020603050405020304" pitchFamily="18" charset="0"/>
              </a:rPr>
              <a:t>Amirzhanov</a:t>
            </a:r>
            <a:r>
              <a:rPr lang="en-US" sz="2000" dirty="0">
                <a:latin typeface="+mn-lt"/>
                <a:cs typeface="Times New Roman" panose="02020603050405020304" pitchFamily="18" charset="0"/>
              </a:rPr>
              <a:t>, A., Turan, C., &amp; </a:t>
            </a:r>
            <a:r>
              <a:rPr lang="en-US" sz="2000" dirty="0" err="1">
                <a:latin typeface="+mn-lt"/>
                <a:cs typeface="Times New Roman" panose="02020603050405020304" pitchFamily="18" charset="0"/>
              </a:rPr>
              <a:t>Makhmutova</a:t>
            </a:r>
            <a:r>
              <a:rPr lang="en-US" sz="2000" dirty="0">
                <a:latin typeface="+mn-lt"/>
                <a:cs typeface="Times New Roman" panose="02020603050405020304" pitchFamily="18" charset="0"/>
              </a:rPr>
              <a:t>, A. (2025). Plagiarism types and detection methods: A systematic survey of algorithms in text analysis. </a:t>
            </a:r>
            <a:r>
              <a:rPr lang="en-US" sz="2000" i="1" dirty="0">
                <a:latin typeface="+mn-lt"/>
                <a:cs typeface="Times New Roman" panose="02020603050405020304" pitchFamily="18" charset="0"/>
              </a:rPr>
              <a:t>Frontiers in Computer Science</a:t>
            </a:r>
            <a:r>
              <a:rPr lang="en-US" sz="2000" dirty="0">
                <a:latin typeface="+mn-lt"/>
                <a:cs typeface="Times New Roman" panose="02020603050405020304" pitchFamily="18" charset="0"/>
              </a:rPr>
              <a:t>, 7, Article 1504725. https://doi.org/10.3389/fcomp.2025.1504725</a:t>
            </a:r>
          </a:p>
          <a:p>
            <a:r>
              <a:rPr lang="en-US" sz="2000" dirty="0" err="1">
                <a:latin typeface="+mn-lt"/>
                <a:cs typeface="Times New Roman" panose="02020603050405020304" pitchFamily="18" charset="0"/>
              </a:rPr>
              <a:t>Lieharyani</a:t>
            </a:r>
            <a:r>
              <a:rPr lang="en-US" sz="2000" dirty="0">
                <a:latin typeface="+mn-lt"/>
                <a:cs typeface="Times New Roman" panose="02020603050405020304" pitchFamily="18" charset="0"/>
              </a:rPr>
              <a:t>, D. C. U., </a:t>
            </a:r>
            <a:r>
              <a:rPr lang="en-US" sz="2000" dirty="0" err="1">
                <a:latin typeface="+mn-lt"/>
                <a:cs typeface="Times New Roman" panose="02020603050405020304" pitchFamily="18" charset="0"/>
              </a:rPr>
              <a:t>Hutahaean</a:t>
            </a:r>
            <a:r>
              <a:rPr lang="en-US" sz="2000" dirty="0">
                <a:latin typeface="+mn-lt"/>
                <a:cs typeface="Times New Roman" panose="02020603050405020304" pitchFamily="18" charset="0"/>
              </a:rPr>
              <a:t>, J., </a:t>
            </a:r>
            <a:r>
              <a:rPr lang="en-US" sz="2000" dirty="0" err="1">
                <a:latin typeface="+mn-lt"/>
                <a:cs typeface="Times New Roman" panose="02020603050405020304" pitchFamily="18" charset="0"/>
              </a:rPr>
              <a:t>Nugraha</a:t>
            </a:r>
            <a:r>
              <a:rPr lang="en-US" sz="2000" dirty="0">
                <a:latin typeface="+mn-lt"/>
                <a:cs typeface="Times New Roman" panose="02020603050405020304" pitchFamily="18" charset="0"/>
              </a:rPr>
              <a:t>, A. C., </a:t>
            </a:r>
            <a:r>
              <a:rPr lang="en-US" sz="2000" dirty="0" err="1">
                <a:latin typeface="+mn-lt"/>
                <a:cs typeface="Times New Roman" panose="02020603050405020304" pitchFamily="18" charset="0"/>
              </a:rPr>
              <a:t>Suprihanto</a:t>
            </a:r>
            <a:r>
              <a:rPr lang="en-US" sz="2000" dirty="0">
                <a:latin typeface="+mn-lt"/>
                <a:cs typeface="Times New Roman" panose="02020603050405020304" pitchFamily="18" charset="0"/>
              </a:rPr>
              <a:t>, &amp; </a:t>
            </a:r>
            <a:r>
              <a:rPr lang="en-US" sz="2000" dirty="0" err="1">
                <a:latin typeface="+mn-lt"/>
                <a:cs typeface="Times New Roman" panose="02020603050405020304" pitchFamily="18" charset="0"/>
              </a:rPr>
              <a:t>Pribadi</a:t>
            </a:r>
            <a:r>
              <a:rPr lang="en-US" sz="2000" dirty="0">
                <a:latin typeface="+mn-lt"/>
                <a:cs typeface="Times New Roman" panose="02020603050405020304" pitchFamily="18" charset="0"/>
              </a:rPr>
              <a:t>, D. S. (2025). The context similarity problem in academic plagiarism detection: A case study on differentiating originality from collusion in a homogeneous dataset. </a:t>
            </a:r>
            <a:r>
              <a:rPr lang="en-US" sz="2000" i="1" dirty="0">
                <a:latin typeface="+mn-lt"/>
                <a:cs typeface="Times New Roman" panose="02020603050405020304" pitchFamily="18" charset="0"/>
              </a:rPr>
              <a:t>E3S Web of Conferences</a:t>
            </a:r>
            <a:r>
              <a:rPr lang="en-US" sz="2000" dirty="0">
                <a:latin typeface="+mn-lt"/>
                <a:cs typeface="Times New Roman" panose="02020603050405020304" pitchFamily="18" charset="0"/>
              </a:rPr>
              <a:t>, 664, Article 01004. https://doi.org/10.1051/e3sconf/202566401004 </a:t>
            </a:r>
          </a:p>
          <a:p>
            <a:endParaRPr lang="en-US" sz="2000" dirty="0">
              <a:latin typeface="+mn-lt"/>
              <a:cs typeface="Times New Roman" panose="02020603050405020304" pitchFamily="18" charset="0"/>
            </a:endParaRPr>
          </a:p>
        </p:txBody>
      </p:sp>
      <p:sp>
        <p:nvSpPr>
          <p:cNvPr id="3" name="Slide Number Placeholder 2">
            <a:extLst>
              <a:ext uri="{FF2B5EF4-FFF2-40B4-BE49-F238E27FC236}">
                <a16:creationId xmlns:a16="http://schemas.microsoft.com/office/drawing/2014/main" id="{BF4A6044-42E0-5BE5-56CF-F444EF8655BB}"/>
              </a:ext>
            </a:extLst>
          </p:cNvPr>
          <p:cNvSpPr>
            <a:spLocks noGrp="1"/>
          </p:cNvSpPr>
          <p:nvPr>
            <p:ph type="sldNum" sz="quarter" idx="12"/>
          </p:nvPr>
        </p:nvSpPr>
        <p:spPr/>
        <p:txBody>
          <a:bodyPr/>
          <a:lstStyle/>
          <a:p>
            <a:fld id="{AD74A76B-B836-484A-AF51-E7D185AEA26F}" type="slidenum">
              <a:rPr lang="en-US" smtClean="0"/>
              <a:pPr/>
              <a:t>13</a:t>
            </a:fld>
            <a:endParaRPr lang="en-US" dirty="0"/>
          </a:p>
        </p:txBody>
      </p:sp>
      <p:sp>
        <p:nvSpPr>
          <p:cNvPr id="4" name="Title 3">
            <a:extLst>
              <a:ext uri="{FF2B5EF4-FFF2-40B4-BE49-F238E27FC236}">
                <a16:creationId xmlns:a16="http://schemas.microsoft.com/office/drawing/2014/main" id="{5AE83CE3-38C4-A93C-0906-B623EC2B07EF}"/>
              </a:ext>
            </a:extLst>
          </p:cNvPr>
          <p:cNvSpPr>
            <a:spLocks noGrp="1"/>
          </p:cNvSpPr>
          <p:nvPr>
            <p:ph type="title"/>
          </p:nvPr>
        </p:nvSpPr>
        <p:spPr/>
        <p:txBody>
          <a:bodyPr/>
          <a:lstStyle/>
          <a:p>
            <a:r>
              <a:rPr lang="en-US" dirty="0">
                <a:latin typeface="+mn-lt"/>
                <a:cs typeface="Times New Roman" panose="02020603050405020304" pitchFamily="18" charset="0"/>
              </a:rPr>
              <a:t>References</a:t>
            </a:r>
          </a:p>
        </p:txBody>
      </p:sp>
    </p:spTree>
    <p:extLst>
      <p:ext uri="{BB962C8B-B14F-4D97-AF65-F5344CB8AC3E}">
        <p14:creationId xmlns:p14="http://schemas.microsoft.com/office/powerpoint/2010/main" val="1234020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0BE501-BB26-FD63-0660-43E298F58711}"/>
              </a:ext>
            </a:extLst>
          </p:cNvPr>
          <p:cNvSpPr>
            <a:spLocks noGrp="1"/>
          </p:cNvSpPr>
          <p:nvPr>
            <p:ph type="sldNum" sz="quarter" idx="12"/>
          </p:nvPr>
        </p:nvSpPr>
        <p:spPr/>
        <p:txBody>
          <a:bodyPr/>
          <a:lstStyle/>
          <a:p>
            <a:fld id="{AD74A76B-B836-484A-AF51-E7D185AEA26F}" type="slidenum">
              <a:rPr lang="en-US" smtClean="0"/>
              <a:pPr/>
              <a:t>14</a:t>
            </a:fld>
            <a:endParaRPr lang="en-US" dirty="0"/>
          </a:p>
        </p:txBody>
      </p:sp>
      <p:sp>
        <p:nvSpPr>
          <p:cNvPr id="4" name="Title 3">
            <a:extLst>
              <a:ext uri="{FF2B5EF4-FFF2-40B4-BE49-F238E27FC236}">
                <a16:creationId xmlns:a16="http://schemas.microsoft.com/office/drawing/2014/main" id="{E7752580-F036-A44F-5DBA-34A352F581AB}"/>
              </a:ext>
            </a:extLst>
          </p:cNvPr>
          <p:cNvSpPr>
            <a:spLocks noGrp="1"/>
          </p:cNvSpPr>
          <p:nvPr>
            <p:ph type="title"/>
          </p:nvPr>
        </p:nvSpPr>
        <p:spPr>
          <a:xfrm>
            <a:off x="609600" y="2857500"/>
            <a:ext cx="10972800" cy="1143000"/>
          </a:xfrm>
        </p:spPr>
        <p:txBody>
          <a:bodyPr>
            <a:normAutofit fontScale="90000"/>
          </a:bodyPr>
          <a:lstStyle/>
          <a:p>
            <a:pPr algn="ctr">
              <a:lnSpc>
                <a:spcPct val="100000"/>
              </a:lnSpc>
            </a:pPr>
            <a:r>
              <a:rPr lang="en-US" sz="4900" dirty="0">
                <a:latin typeface="+mn-lt"/>
                <a:cs typeface="Times New Roman" panose="02020603050405020304" pitchFamily="18" charset="0"/>
              </a:rPr>
              <a:t>Thank you.</a:t>
            </a:r>
            <a:br>
              <a:rPr lang="en-US" dirty="0">
                <a:latin typeface="+mn-lt"/>
                <a:cs typeface="Times New Roman" panose="02020603050405020304" pitchFamily="18" charset="0"/>
              </a:rPr>
            </a:br>
            <a:r>
              <a:rPr lang="en-US" sz="3100" dirty="0">
                <a:latin typeface="+mn-lt"/>
                <a:cs typeface="Times New Roman" panose="02020603050405020304" pitchFamily="18" charset="0"/>
              </a:rPr>
              <a:t>Questions?</a:t>
            </a:r>
            <a:endParaRPr lang="en-US" dirty="0">
              <a:latin typeface="+mn-lt"/>
              <a:cs typeface="Times New Roman" panose="02020603050405020304" pitchFamily="18" charset="0"/>
            </a:endParaRPr>
          </a:p>
        </p:txBody>
      </p:sp>
    </p:spTree>
    <p:extLst>
      <p:ext uri="{BB962C8B-B14F-4D97-AF65-F5344CB8AC3E}">
        <p14:creationId xmlns:p14="http://schemas.microsoft.com/office/powerpoint/2010/main" val="2571544925"/>
      </p:ext>
    </p:extLst>
  </p:cSld>
  <p:clrMapOvr>
    <a:masterClrMapping/>
  </p:clrMapOvr>
</p:sld>
</file>

<file path=ppt/theme/theme1.xml><?xml version="1.0" encoding="utf-8"?>
<a:theme xmlns:a="http://schemas.openxmlformats.org/drawingml/2006/main" name="Vilnius_Tech_blue_EN">
  <a:themeElements>
    <a:clrScheme name="Custom 1">
      <a:dk1>
        <a:srgbClr val="000000"/>
      </a:dk1>
      <a:lt1>
        <a:srgbClr val="FFFFFF"/>
      </a:lt1>
      <a:dk2>
        <a:srgbClr val="000000"/>
      </a:dk2>
      <a:lt2>
        <a:srgbClr val="FFFFFF"/>
      </a:lt2>
      <a:accent1>
        <a:srgbClr val="EF413D"/>
      </a:accent1>
      <a:accent2>
        <a:srgbClr val="FEBF3E"/>
      </a:accent2>
      <a:accent3>
        <a:srgbClr val="A5A5A5"/>
      </a:accent3>
      <a:accent4>
        <a:srgbClr val="F68B28"/>
      </a:accent4>
      <a:accent5>
        <a:srgbClr val="BDCCD4"/>
      </a:accent5>
      <a:accent6>
        <a:srgbClr val="BDCCD4"/>
      </a:accent6>
      <a:hlink>
        <a:srgbClr val="8672B4"/>
      </a:hlink>
      <a:folHlink>
        <a:srgbClr val="00DDA5"/>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lnius_Tech_blue_EN" id="{4195F9F4-F3FA-4848-9435-13E275511E9E}" vid="{D8DA613A-126F-4E21-97CA-4A820A2108F1}"/>
    </a:ext>
  </a:extLst>
</a:theme>
</file>

<file path=ppt/theme/theme2.xml><?xml version="1.0" encoding="utf-8"?>
<a:theme xmlns:a="http://schemas.openxmlformats.org/drawingml/2006/main" name="VILNIUS TECH_Erasmus_DKalibatiene_2022-05-02_v0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VGTU_LT_baltas</Template>
  <TotalTime>6377</TotalTime>
  <Words>759</Words>
  <Application>Microsoft Office PowerPoint</Application>
  <PresentationFormat>Widescreen</PresentationFormat>
  <Paragraphs>103</Paragraphs>
  <Slides>14</Slides>
  <Notes>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Calibri</vt:lpstr>
      <vt:lpstr>Tahoma</vt:lpstr>
      <vt:lpstr>Times New Roman</vt:lpstr>
      <vt:lpstr>Wingdings</vt:lpstr>
      <vt:lpstr>Vilnius_Tech_blue_EN</vt:lpstr>
      <vt:lpstr>VILNIUS TECH_Erasmus_DKalibatiene_2022-05-02_v01</vt:lpstr>
      <vt:lpstr>PowerPoint Presentation</vt:lpstr>
      <vt:lpstr>Agenda</vt:lpstr>
      <vt:lpstr>Introduction </vt:lpstr>
      <vt:lpstr>Problem Domain</vt:lpstr>
      <vt:lpstr>Aim and Tasks</vt:lpstr>
      <vt:lpstr>Related Work Analysis</vt:lpstr>
      <vt:lpstr>Literature Review: Taxonomy</vt:lpstr>
      <vt:lpstr>Literature Review: Methodology Comparison</vt:lpstr>
      <vt:lpstr>Literature Review: Findings</vt:lpstr>
      <vt:lpstr>Possible Proposed Approach</vt:lpstr>
      <vt:lpstr>Future Work</vt:lpstr>
      <vt:lpstr>Conclusions</vt:lpstr>
      <vt:lpstr>References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Verslo procesų modeliavimas</dc:title>
  <dc:creator>Diana Kalibatienė</dc:creator>
  <cp:lastModifiedBy>iah utsho</cp:lastModifiedBy>
  <cp:revision>866</cp:revision>
  <cp:lastPrinted>2023-02-07T09:09:50Z</cp:lastPrinted>
  <dcterms:created xsi:type="dcterms:W3CDTF">2019-11-14T10:53:26Z</dcterms:created>
  <dcterms:modified xsi:type="dcterms:W3CDTF">2026-01-20T11:07:52Z</dcterms:modified>
</cp:coreProperties>
</file>